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13716000" cy="2438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A4A3A4"/>
          </p15:clr>
        </p15:guide>
        <p15:guide id="2" pos="456">
          <p15:clr>
            <a:srgbClr val="A4A3A4"/>
          </p15:clr>
        </p15:guide>
        <p15:guide id="3" orient="horz" pos="2616">
          <p15:clr>
            <a:srgbClr val="A4A3A4"/>
          </p15:clr>
        </p15:guide>
        <p15:guide id="4" orient="horz" pos="3264">
          <p15:clr>
            <a:srgbClr val="A4A3A4"/>
          </p15:clr>
        </p15:guide>
        <p15:guide id="5" pos="6912">
          <p15:clr>
            <a:srgbClr val="A4A3A4"/>
          </p15:clr>
        </p15:guide>
        <p15:guide id="6" orient="horz" pos="2136">
          <p15:clr>
            <a:srgbClr val="A4A3A4"/>
          </p15:clr>
        </p15:guide>
        <p15:guide id="7" orient="horz" pos="4008">
          <p15:clr>
            <a:srgbClr val="A4A3A4"/>
          </p15:clr>
        </p15:guide>
        <p15:guide id="8" orient="horz" pos="1152">
          <p15:clr>
            <a:srgbClr val="A4A3A4"/>
          </p15:clr>
        </p15:guide>
        <p15:guide id="9" orient="horz" pos="2352">
          <p15:clr>
            <a:srgbClr val="A4A3A4"/>
          </p15:clr>
        </p15:guide>
        <p15:guide id="10" orient="horz" pos="1512">
          <p15:clr>
            <a:srgbClr val="A4A3A4"/>
          </p15:clr>
        </p15:guide>
        <p15:guide id="11" pos="7680">
          <p15:clr>
            <a:srgbClr val="A4A3A4"/>
          </p15:clr>
        </p15:guide>
        <p15:guide id="12" pos="6696">
          <p15:clr>
            <a:srgbClr val="A4A3A4"/>
          </p15:clr>
        </p15:guide>
        <p15:guide id="13" pos="1008">
          <p15:clr>
            <a:srgbClr val="A4A3A4"/>
          </p15:clr>
        </p15:guide>
        <p15:guide id="14" pos="1584">
          <p15:clr>
            <a:srgbClr val="A4A3A4"/>
          </p15:clr>
        </p15:guide>
        <p15:guide id="15" pos="2136">
          <p15:clr>
            <a:srgbClr val="A4A3A4"/>
          </p15:clr>
        </p15:guide>
        <p15:guide id="16" pos="2760">
          <p15:clr>
            <a:srgbClr val="A4A3A4"/>
          </p15:clr>
        </p15:guide>
        <p15:guide id="17" pos="3288">
          <p15:clr>
            <a:srgbClr val="A4A3A4"/>
          </p15:clr>
        </p15:guide>
        <p15:guide id="18" pos="4032">
          <p15:clr>
            <a:srgbClr val="A4A3A4"/>
          </p15:clr>
        </p15:guide>
        <p15:guide id="19" pos="4392">
          <p15:clr>
            <a:srgbClr val="A4A3A4"/>
          </p15:clr>
        </p15:guide>
        <p15:guide id="20" pos="4944">
          <p15:clr>
            <a:srgbClr val="A4A3A4"/>
          </p15:clr>
        </p15:guide>
        <p15:guide id="21" pos="5544">
          <p15:clr>
            <a:srgbClr val="A4A3A4"/>
          </p15:clr>
        </p15:guide>
        <p15:guide id="22" pos="6072">
          <p15:clr>
            <a:srgbClr val="A4A3A4"/>
          </p15:clr>
        </p15:guide>
        <p15:guide id="23" orient="horz" pos="2448">
          <p15:clr>
            <a:srgbClr val="A4A3A4"/>
          </p15:clr>
        </p15:guide>
        <p15:guide id="24" orient="horz" pos="960">
          <p15:clr>
            <a:srgbClr val="A4A3A4"/>
          </p15:clr>
        </p15:guide>
        <p15:guide id="25" pos="5256">
          <p15:clr>
            <a:srgbClr val="A4A3A4"/>
          </p15:clr>
        </p15:guide>
        <p15:guide id="26" pos="726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0" autoAdjust="0"/>
    <p:restoredTop sz="95196" autoAdjust="0"/>
  </p:normalViewPr>
  <p:slideViewPr>
    <p:cSldViewPr snapToGrid="0">
      <p:cViewPr varScale="1">
        <p:scale>
          <a:sx n="79" d="100"/>
          <a:sy n="79" d="100"/>
        </p:scale>
        <p:origin x="544" y="60"/>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n"/>
          <p:cNvSpPr>
            <a:spLocks noGrp="1" noRot="1" noChangeAspect="1"/>
          </p:cNvSpPr>
          <p:nvPr>
            <p:ph type="sldImg" idx="2"/>
          </p:nvPr>
        </p:nvSpPr>
        <p:spPr>
          <a:xfrm>
            <a:off x="2286450" y="1828800"/>
            <a:ext cx="9144600" cy="9144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n"/>
          <p:cNvSpPr txBox="1">
            <a:spLocks noGrp="1"/>
          </p:cNvSpPr>
          <p:nvPr>
            <p:ph type="body" idx="1"/>
          </p:nvPr>
        </p:nvSpPr>
        <p:spPr>
          <a:xfrm>
            <a:off x="1371600" y="11582400"/>
            <a:ext cx="10972800" cy="10972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2: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dirty="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3: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4: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4: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5: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5: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6: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6: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7: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7: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8: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8: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9: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9: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0: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0: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1:notes"/>
          <p:cNvSpPr txBox="1">
            <a:spLocks noGrp="1"/>
          </p:cNvSpPr>
          <p:nvPr>
            <p:ph type="body" idx="1"/>
          </p:nvPr>
        </p:nvSpPr>
        <p:spPr>
          <a:xfrm>
            <a:off x="1371600" y="11582400"/>
            <a:ext cx="10972800" cy="1097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11:notes"/>
          <p:cNvSpPr>
            <a:spLocks noGrp="1" noRot="1" noChangeAspect="1"/>
          </p:cNvSpPr>
          <p:nvPr>
            <p:ph type="sldImg" idx="2"/>
          </p:nvPr>
        </p:nvSpPr>
        <p:spPr>
          <a:xfrm>
            <a:off x="-1268413" y="1828800"/>
            <a:ext cx="16254413" cy="9144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2:notes"/>
          <p:cNvSpPr>
            <a:spLocks noGrp="1" noRot="1" noChangeAspect="1"/>
          </p:cNvSpPr>
          <p:nvPr>
            <p:ph type="sldImg" idx="2"/>
          </p:nvPr>
        </p:nvSpPr>
        <p:spPr>
          <a:xfrm>
            <a:off x="-457200" y="3048000"/>
            <a:ext cx="14630400" cy="8229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12:notes"/>
          <p:cNvSpPr txBox="1">
            <a:spLocks noGrp="1"/>
          </p:cNvSpPr>
          <p:nvPr>
            <p:ph type="body" idx="1"/>
          </p:nvPr>
        </p:nvSpPr>
        <p:spPr>
          <a:xfrm>
            <a:off x="1371600" y="11734800"/>
            <a:ext cx="10972800" cy="960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1"/>
        </a:solidFill>
        <a:effectLst/>
      </p:bgPr>
    </p:bg>
    <p:spTree>
      <p:nvGrpSpPr>
        <p:cNvPr id="1" name="Shape 70"/>
        <p:cNvGrpSpPr/>
        <p:nvPr/>
      </p:nvGrpSpPr>
      <p:grpSpPr>
        <a:xfrm>
          <a:off x="0" y="0"/>
          <a:ext cx="0" cy="0"/>
          <a:chOff x="0" y="0"/>
          <a:chExt cx="0" cy="0"/>
        </a:xfrm>
      </p:grpSpPr>
      <p:sp>
        <p:nvSpPr>
          <p:cNvPr id="71" name="Google Shape;71;p2"/>
          <p:cNvSpPr/>
          <p:nvPr/>
        </p:nvSpPr>
        <p:spPr>
          <a:xfrm>
            <a:off x="0" y="0"/>
            <a:ext cx="5295900" cy="6877050"/>
          </a:xfrm>
          <a:custGeom>
            <a:avLst/>
            <a:gdLst/>
            <a:ahLst/>
            <a:cxnLst/>
            <a:rect l="l" t="t" r="r" b="b"/>
            <a:pathLst>
              <a:path w="5295900" h="6877050" extrusionOk="0">
                <a:moveTo>
                  <a:pt x="0" y="0"/>
                </a:moveTo>
                <a:lnTo>
                  <a:pt x="5295900" y="0"/>
                </a:lnTo>
                <a:lnTo>
                  <a:pt x="5295900" y="6877050"/>
                </a:lnTo>
                <a:lnTo>
                  <a:pt x="0" y="687705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72" name="Google Shape;72;p2"/>
          <p:cNvSpPr/>
          <p:nvPr/>
        </p:nvSpPr>
        <p:spPr>
          <a:xfrm>
            <a:off x="1600201" y="1173106"/>
            <a:ext cx="9191625" cy="5704772"/>
          </a:xfrm>
          <a:custGeom>
            <a:avLst/>
            <a:gdLst/>
            <a:ahLst/>
            <a:cxnLst/>
            <a:rect l="l" t="t" r="r" b="b"/>
            <a:pathLst>
              <a:path w="9191625" h="5704772" extrusionOk="0">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73" name="Google Shape;73;p2"/>
          <p:cNvSpPr/>
          <p:nvPr/>
        </p:nvSpPr>
        <p:spPr>
          <a:xfrm>
            <a:off x="2795588" y="0"/>
            <a:ext cx="6803142" cy="5396474"/>
          </a:xfrm>
          <a:custGeom>
            <a:avLst/>
            <a:gdLst/>
            <a:ahLst/>
            <a:cxnLst/>
            <a:rect l="l" t="t" r="r" b="b"/>
            <a:pathLst>
              <a:path w="6803142" h="5396474" extrusionOk="0">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lt1">
              <a:alpha val="9882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74" name="Google Shape;74;p2"/>
          <p:cNvSpPr txBox="1">
            <a:spLocks noGrp="1"/>
          </p:cNvSpPr>
          <p:nvPr>
            <p:ph type="ctrTitle"/>
          </p:nvPr>
        </p:nvSpPr>
        <p:spPr>
          <a:xfrm>
            <a:off x="3403092" y="69574"/>
            <a:ext cx="5385900" cy="3140100"/>
          </a:xfrm>
          <a:prstGeom prst="rect">
            <a:avLst/>
          </a:prstGeom>
          <a:noFill/>
          <a:ln>
            <a:noFill/>
          </a:ln>
        </p:spPr>
        <p:txBody>
          <a:bodyPr spcFirstLastPara="1" wrap="square" lIns="91425" tIns="0" rIns="91425" bIns="45700" anchor="b" anchorCtr="0">
            <a:noAutofit/>
          </a:bodyPr>
          <a:lstStyle>
            <a:lvl1pPr lvl="0" algn="ctr" rtl="0">
              <a:lnSpc>
                <a:spcPct val="128289"/>
              </a:lnSpc>
              <a:spcBef>
                <a:spcPts val="0"/>
              </a:spcBef>
              <a:spcAft>
                <a:spcPts val="0"/>
              </a:spcAft>
              <a:buClr>
                <a:schemeClr val="accent6"/>
              </a:buClr>
              <a:buSzPts val="3800"/>
              <a:buFont typeface="Arial Black"/>
              <a:buNone/>
              <a:defRPr sz="3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 name="Google Shape;75;p2"/>
          <p:cNvSpPr txBox="1">
            <a:spLocks noGrp="1"/>
          </p:cNvSpPr>
          <p:nvPr>
            <p:ph type="subTitle" idx="1"/>
          </p:nvPr>
        </p:nvSpPr>
        <p:spPr>
          <a:xfrm>
            <a:off x="4349496" y="3255267"/>
            <a:ext cx="3492900" cy="1644600"/>
          </a:xfrm>
          <a:prstGeom prst="rect">
            <a:avLst/>
          </a:prstGeom>
          <a:noFill/>
          <a:ln>
            <a:noFill/>
          </a:ln>
        </p:spPr>
        <p:txBody>
          <a:bodyPr spcFirstLastPara="1" wrap="square" lIns="0" tIns="0" rIns="0" bIns="0" anchor="ctr" anchorCtr="0">
            <a:noAutofit/>
          </a:bodyPr>
          <a:lstStyle>
            <a:lvl1pPr lvl="0" algn="ctr" rtl="0">
              <a:lnSpc>
                <a:spcPct val="100000"/>
              </a:lnSpc>
              <a:spcBef>
                <a:spcPts val="360"/>
              </a:spcBef>
              <a:spcAft>
                <a:spcPts val="0"/>
              </a:spcAft>
              <a:buClr>
                <a:schemeClr val="accent6"/>
              </a:buClr>
              <a:buSzPts val="2400"/>
              <a:buNone/>
              <a:defRPr sz="2400"/>
            </a:lvl1pPr>
            <a:lvl2pPr lvl="1" algn="ctr" rtl="0">
              <a:lnSpc>
                <a:spcPct val="100000"/>
              </a:lnSpc>
              <a:spcBef>
                <a:spcPts val="360"/>
              </a:spcBef>
              <a:spcAft>
                <a:spcPts val="0"/>
              </a:spcAft>
              <a:buClr>
                <a:schemeClr val="accent6"/>
              </a:buClr>
              <a:buSzPts val="2000"/>
              <a:buNone/>
              <a:defRPr sz="2000"/>
            </a:lvl2pPr>
            <a:lvl3pPr lvl="2" algn="ctr" rtl="0">
              <a:lnSpc>
                <a:spcPct val="100000"/>
              </a:lnSpc>
              <a:spcBef>
                <a:spcPts val="360"/>
              </a:spcBef>
              <a:spcAft>
                <a:spcPts val="0"/>
              </a:spcAft>
              <a:buClr>
                <a:schemeClr val="accent6"/>
              </a:buClr>
              <a:buSzPts val="1800"/>
              <a:buNone/>
              <a:defRPr sz="1800"/>
            </a:lvl3pPr>
            <a:lvl4pPr lvl="3" algn="ctr" rtl="0">
              <a:lnSpc>
                <a:spcPct val="100000"/>
              </a:lnSpc>
              <a:spcBef>
                <a:spcPts val="360"/>
              </a:spcBef>
              <a:spcAft>
                <a:spcPts val="0"/>
              </a:spcAft>
              <a:buClr>
                <a:schemeClr val="accent6"/>
              </a:buClr>
              <a:buSzPts val="1600"/>
              <a:buNone/>
              <a:defRPr sz="1600"/>
            </a:lvl4pPr>
            <a:lvl5pPr lvl="4" algn="ctr" rtl="0">
              <a:lnSpc>
                <a:spcPct val="100000"/>
              </a:lnSpc>
              <a:spcBef>
                <a:spcPts val="360"/>
              </a:spcBef>
              <a:spcAft>
                <a:spcPts val="0"/>
              </a:spcAft>
              <a:buClr>
                <a:schemeClr val="accent6"/>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6"/>
        <p:cNvGrpSpPr/>
        <p:nvPr/>
      </p:nvGrpSpPr>
      <p:grpSpPr>
        <a:xfrm>
          <a:off x="0" y="0"/>
          <a:ext cx="0" cy="0"/>
          <a:chOff x="0" y="0"/>
          <a:chExt cx="0" cy="0"/>
        </a:xfrm>
      </p:grpSpPr>
      <p:grpSp>
        <p:nvGrpSpPr>
          <p:cNvPr id="77" name="Google Shape;77;p3"/>
          <p:cNvGrpSpPr/>
          <p:nvPr/>
        </p:nvGrpSpPr>
        <p:grpSpPr>
          <a:xfrm>
            <a:off x="6452333" y="3405034"/>
            <a:ext cx="5739740" cy="3467996"/>
            <a:chOff x="5009037" y="2525712"/>
            <a:chExt cx="7170194" cy="4332288"/>
          </a:xfrm>
        </p:grpSpPr>
        <p:sp>
          <p:nvSpPr>
            <p:cNvPr id="78" name="Google Shape;78;p3"/>
            <p:cNvSpPr/>
            <p:nvPr/>
          </p:nvSpPr>
          <p:spPr>
            <a:xfrm>
              <a:off x="5009037" y="2525712"/>
              <a:ext cx="3601721" cy="4332287"/>
            </a:xfrm>
            <a:custGeom>
              <a:avLst/>
              <a:gdLst/>
              <a:ahLst/>
              <a:cxnLst/>
              <a:rect l="l" t="t" r="r" b="b"/>
              <a:pathLst>
                <a:path w="1198" h="1441" extrusionOk="0">
                  <a:moveTo>
                    <a:pt x="1198" y="0"/>
                  </a:moveTo>
                  <a:lnTo>
                    <a:pt x="0" y="1441"/>
                  </a:lnTo>
                  <a:lnTo>
                    <a:pt x="1198" y="1441"/>
                  </a:lnTo>
                  <a:lnTo>
                    <a:pt x="1198"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79" name="Google Shape;79;p3"/>
            <p:cNvSpPr/>
            <p:nvPr/>
          </p:nvSpPr>
          <p:spPr>
            <a:xfrm>
              <a:off x="8589536" y="2525712"/>
              <a:ext cx="3589695" cy="4332287"/>
            </a:xfrm>
            <a:custGeom>
              <a:avLst/>
              <a:gdLst/>
              <a:ahLst/>
              <a:cxnLst/>
              <a:rect l="l" t="t" r="r" b="b"/>
              <a:pathLst>
                <a:path w="1194" h="1441" extrusionOk="0">
                  <a:moveTo>
                    <a:pt x="0" y="0"/>
                  </a:moveTo>
                  <a:lnTo>
                    <a:pt x="1194" y="1441"/>
                  </a:lnTo>
                  <a:lnTo>
                    <a:pt x="0" y="1441"/>
                  </a:lnTo>
                  <a:lnTo>
                    <a:pt x="0" y="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grpSp>
        <p:nvGrpSpPr>
          <p:cNvPr id="80" name="Google Shape;80;p3"/>
          <p:cNvGrpSpPr/>
          <p:nvPr/>
        </p:nvGrpSpPr>
        <p:grpSpPr>
          <a:xfrm rot="10800000">
            <a:off x="6465536" y="-41"/>
            <a:ext cx="5739740" cy="3467996"/>
            <a:chOff x="5183405" y="2678112"/>
            <a:chExt cx="7170194" cy="4332288"/>
          </a:xfrm>
        </p:grpSpPr>
        <p:sp>
          <p:nvSpPr>
            <p:cNvPr id="81" name="Google Shape;81;p3"/>
            <p:cNvSpPr/>
            <p:nvPr/>
          </p:nvSpPr>
          <p:spPr>
            <a:xfrm>
              <a:off x="5183405" y="2678112"/>
              <a:ext cx="3601721" cy="4332287"/>
            </a:xfrm>
            <a:custGeom>
              <a:avLst/>
              <a:gdLst/>
              <a:ahLst/>
              <a:cxnLst/>
              <a:rect l="l" t="t" r="r" b="b"/>
              <a:pathLst>
                <a:path w="1198" h="1441" extrusionOk="0">
                  <a:moveTo>
                    <a:pt x="1198" y="0"/>
                  </a:moveTo>
                  <a:lnTo>
                    <a:pt x="0" y="1441"/>
                  </a:lnTo>
                  <a:lnTo>
                    <a:pt x="1198" y="1441"/>
                  </a:lnTo>
                  <a:lnTo>
                    <a:pt x="1198"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82" name="Google Shape;82;p3"/>
            <p:cNvSpPr/>
            <p:nvPr/>
          </p:nvSpPr>
          <p:spPr>
            <a:xfrm>
              <a:off x="8763903" y="2678112"/>
              <a:ext cx="3589695" cy="4332287"/>
            </a:xfrm>
            <a:custGeom>
              <a:avLst/>
              <a:gdLst/>
              <a:ahLst/>
              <a:cxnLst/>
              <a:rect l="l" t="t" r="r" b="b"/>
              <a:pathLst>
                <a:path w="1194" h="1441" extrusionOk="0">
                  <a:moveTo>
                    <a:pt x="0" y="0"/>
                  </a:moveTo>
                  <a:lnTo>
                    <a:pt x="1194" y="1441"/>
                  </a:lnTo>
                  <a:lnTo>
                    <a:pt x="0" y="1441"/>
                  </a:lnTo>
                  <a:lnTo>
                    <a:pt x="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sp>
        <p:nvSpPr>
          <p:cNvPr id="83" name="Google Shape;83;p3"/>
          <p:cNvSpPr/>
          <p:nvPr/>
        </p:nvSpPr>
        <p:spPr>
          <a:xfrm>
            <a:off x="7642518" y="4577658"/>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84" name="Google Shape;84;p3"/>
          <p:cNvSpPr txBox="1">
            <a:spLocks noGrp="1"/>
          </p:cNvSpPr>
          <p:nvPr>
            <p:ph type="title"/>
          </p:nvPr>
        </p:nvSpPr>
        <p:spPr>
          <a:xfrm>
            <a:off x="914400" y="548640"/>
            <a:ext cx="6583800" cy="22860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 name="Google Shape;85;p3"/>
          <p:cNvSpPr txBox="1">
            <a:spLocks noGrp="1"/>
          </p:cNvSpPr>
          <p:nvPr>
            <p:ph type="body" idx="1"/>
          </p:nvPr>
        </p:nvSpPr>
        <p:spPr>
          <a:xfrm>
            <a:off x="914400" y="2926080"/>
            <a:ext cx="6583800" cy="3122100"/>
          </a:xfrm>
          <a:prstGeom prst="rect">
            <a:avLst/>
          </a:prstGeom>
          <a:noFill/>
          <a:ln>
            <a:noFill/>
          </a:ln>
        </p:spPr>
        <p:txBody>
          <a:bodyPr spcFirstLastPara="1" wrap="square" lIns="91425" tIns="45700" rIns="91425" bIns="45700" anchor="t" anchorCtr="0">
            <a:normAutofit/>
          </a:bodyPr>
          <a:lstStyle>
            <a:lvl1pPr marL="457200" lvl="0" indent="-228600" algn="l" rtl="0">
              <a:lnSpc>
                <a:spcPct val="150000"/>
              </a:lnSpc>
              <a:spcBef>
                <a:spcPts val="0"/>
              </a:spcBef>
              <a:spcAft>
                <a:spcPts val="0"/>
              </a:spcAft>
              <a:buClr>
                <a:schemeClr val="accent6"/>
              </a:buClr>
              <a:buSzPts val="2400"/>
              <a:buNone/>
              <a:defRPr sz="2400"/>
            </a:lvl1pPr>
            <a:lvl2pPr marL="914400" lvl="1" indent="-355600" algn="l" rtl="0">
              <a:lnSpc>
                <a:spcPct val="150000"/>
              </a:lnSpc>
              <a:spcBef>
                <a:spcPts val="0"/>
              </a:spcBef>
              <a:spcAft>
                <a:spcPts val="0"/>
              </a:spcAft>
              <a:buClr>
                <a:schemeClr val="accent6"/>
              </a:buClr>
              <a:buSzPts val="2000"/>
              <a:buChar char="•"/>
              <a:defRPr sz="2000"/>
            </a:lvl2pPr>
            <a:lvl3pPr marL="1371600" lvl="2" indent="-342900" algn="l" rtl="0">
              <a:lnSpc>
                <a:spcPct val="150000"/>
              </a:lnSpc>
              <a:spcBef>
                <a:spcPts val="0"/>
              </a:spcBef>
              <a:spcAft>
                <a:spcPts val="0"/>
              </a:spcAft>
              <a:buClr>
                <a:schemeClr val="accent6"/>
              </a:buClr>
              <a:buSzPts val="1800"/>
              <a:buChar char="•"/>
              <a:defRPr sz="1800"/>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 name="Google Shape;86;p3"/>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roduction 1" type="obj">
  <p:cSld name="OBJECT">
    <p:spTree>
      <p:nvGrpSpPr>
        <p:cNvPr id="1" name="Shape 87"/>
        <p:cNvGrpSpPr/>
        <p:nvPr/>
      </p:nvGrpSpPr>
      <p:grpSpPr>
        <a:xfrm>
          <a:off x="0" y="0"/>
          <a:ext cx="0" cy="0"/>
          <a:chOff x="0" y="0"/>
          <a:chExt cx="0" cy="0"/>
        </a:xfrm>
      </p:grpSpPr>
      <p:sp>
        <p:nvSpPr>
          <p:cNvPr id="88" name="Google Shape;88;p4"/>
          <p:cNvSpPr/>
          <p:nvPr/>
        </p:nvSpPr>
        <p:spPr>
          <a:xfrm>
            <a:off x="0" y="3427336"/>
            <a:ext cx="3430200" cy="3430665"/>
          </a:xfrm>
          <a:custGeom>
            <a:avLst/>
            <a:gdLst/>
            <a:ahLst/>
            <a:cxnLst/>
            <a:rect l="l" t="t" r="r" b="b"/>
            <a:pathLst>
              <a:path w="3430200" h="3430665" extrusionOk="0">
                <a:moveTo>
                  <a:pt x="0" y="0"/>
                </a:moveTo>
                <a:lnTo>
                  <a:pt x="3430200" y="0"/>
                </a:lnTo>
                <a:lnTo>
                  <a:pt x="3430200" y="3430665"/>
                </a:lnTo>
                <a:lnTo>
                  <a:pt x="0" y="343066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89" name="Google Shape;89;p4"/>
          <p:cNvSpPr/>
          <p:nvPr/>
        </p:nvSpPr>
        <p:spPr>
          <a:xfrm>
            <a:off x="0" y="3427336"/>
            <a:ext cx="3430200" cy="3430665"/>
          </a:xfrm>
          <a:custGeom>
            <a:avLst/>
            <a:gdLst/>
            <a:ahLst/>
            <a:cxnLst/>
            <a:rect l="l" t="t" r="r" b="b"/>
            <a:pathLst>
              <a:path w="3430200" h="3430665" extrusionOk="0">
                <a:moveTo>
                  <a:pt x="3430200" y="0"/>
                </a:moveTo>
                <a:lnTo>
                  <a:pt x="3430200" y="3430665"/>
                </a:lnTo>
                <a:lnTo>
                  <a:pt x="0" y="3430665"/>
                </a:lnTo>
                <a:lnTo>
                  <a:pt x="0" y="341753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0" name="Google Shape;90;p4"/>
          <p:cNvSpPr/>
          <p:nvPr/>
        </p:nvSpPr>
        <p:spPr>
          <a:xfrm>
            <a:off x="1" y="1"/>
            <a:ext cx="3423785" cy="3437345"/>
          </a:xfrm>
          <a:custGeom>
            <a:avLst/>
            <a:gdLst/>
            <a:ahLst/>
            <a:cxnLst/>
            <a:rect l="l" t="t" r="r" b="b"/>
            <a:pathLst>
              <a:path w="3423785" h="3437345" extrusionOk="0">
                <a:moveTo>
                  <a:pt x="0" y="0"/>
                </a:moveTo>
                <a:lnTo>
                  <a:pt x="3423785" y="0"/>
                </a:lnTo>
                <a:lnTo>
                  <a:pt x="3423785" y="3437345"/>
                </a:lnTo>
                <a:lnTo>
                  <a:pt x="0" y="343734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1" name="Google Shape;91;p4"/>
          <p:cNvSpPr/>
          <p:nvPr/>
        </p:nvSpPr>
        <p:spPr>
          <a:xfrm>
            <a:off x="1" y="869"/>
            <a:ext cx="3423785" cy="3436477"/>
          </a:xfrm>
          <a:custGeom>
            <a:avLst/>
            <a:gdLst/>
            <a:ahLst/>
            <a:cxnLst/>
            <a:rect l="l" t="t" r="r" b="b"/>
            <a:pathLst>
              <a:path w="3423785" h="3436477" extrusionOk="0">
                <a:moveTo>
                  <a:pt x="0" y="0"/>
                </a:moveTo>
                <a:lnTo>
                  <a:pt x="3423785" y="3436477"/>
                </a:lnTo>
                <a:lnTo>
                  <a:pt x="0" y="343647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2" name="Google Shape;92;p4"/>
          <p:cNvSpPr txBox="1">
            <a:spLocks noGrp="1"/>
          </p:cNvSpPr>
          <p:nvPr>
            <p:ph type="title"/>
          </p:nvPr>
        </p:nvSpPr>
        <p:spPr>
          <a:xfrm>
            <a:off x="4224528" y="815009"/>
            <a:ext cx="6766500" cy="27432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4"/>
          <p:cNvSpPr txBox="1">
            <a:spLocks noGrp="1"/>
          </p:cNvSpPr>
          <p:nvPr>
            <p:ph type="body" idx="1"/>
          </p:nvPr>
        </p:nvSpPr>
        <p:spPr>
          <a:xfrm>
            <a:off x="4224528" y="3663588"/>
            <a:ext cx="6766500" cy="24690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360"/>
              </a:spcBef>
              <a:spcAft>
                <a:spcPts val="0"/>
              </a:spcAft>
              <a:buClr>
                <a:schemeClr val="accent6"/>
              </a:buClr>
              <a:buSzPts val="1400"/>
              <a:buNone/>
              <a:defRPr sz="1400"/>
            </a:lvl1pPr>
            <a:lvl2pPr marL="914400" lvl="1" indent="-317500" algn="l" rtl="0">
              <a:lnSpc>
                <a:spcPct val="100000"/>
              </a:lnSpc>
              <a:spcBef>
                <a:spcPts val="360"/>
              </a:spcBef>
              <a:spcAft>
                <a:spcPts val="0"/>
              </a:spcAft>
              <a:buClr>
                <a:schemeClr val="accent6"/>
              </a:buClr>
              <a:buSzPts val="1400"/>
              <a:buChar char="•"/>
              <a:defRPr sz="1400"/>
            </a:lvl2pPr>
            <a:lvl3pPr marL="1371600" lvl="2" indent="-317500" algn="l" rtl="0">
              <a:lnSpc>
                <a:spcPct val="100000"/>
              </a:lnSpc>
              <a:spcBef>
                <a:spcPts val="360"/>
              </a:spcBef>
              <a:spcAft>
                <a:spcPts val="0"/>
              </a:spcAft>
              <a:buClr>
                <a:schemeClr val="accent6"/>
              </a:buClr>
              <a:buSzPts val="1400"/>
              <a:buChar char="•"/>
              <a:defRPr sz="1400"/>
            </a:lvl3pPr>
            <a:lvl4pPr marL="1828800" lvl="3" indent="-317500" algn="l" rtl="0">
              <a:lnSpc>
                <a:spcPct val="100000"/>
              </a:lnSpc>
              <a:spcBef>
                <a:spcPts val="360"/>
              </a:spcBef>
              <a:spcAft>
                <a:spcPts val="0"/>
              </a:spcAft>
              <a:buClr>
                <a:schemeClr val="accent6"/>
              </a:buClr>
              <a:buSzPts val="1400"/>
              <a:buChar char="•"/>
              <a:defRPr sz="1400"/>
            </a:lvl4pPr>
            <a:lvl5pPr marL="2286000" lvl="4" indent="-317500" algn="l" rtl="0">
              <a:lnSpc>
                <a:spcPct val="100000"/>
              </a:lnSpc>
              <a:spcBef>
                <a:spcPts val="360"/>
              </a:spcBef>
              <a:spcAft>
                <a:spcPts val="0"/>
              </a:spcAft>
              <a:buClr>
                <a:schemeClr val="accent6"/>
              </a:buClr>
              <a:buSzPts val="1400"/>
              <a:buChar char="•"/>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4" name="Google Shape;94;p4"/>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5"/>
          <p:cNvSpPr/>
          <p:nvPr/>
        </p:nvSpPr>
        <p:spPr>
          <a:xfrm>
            <a:off x="2062836" y="686475"/>
            <a:ext cx="7774629" cy="6193018"/>
          </a:xfrm>
          <a:custGeom>
            <a:avLst/>
            <a:gdLst/>
            <a:ahLst/>
            <a:cxnLst/>
            <a:rect l="l" t="t" r="r" b="b"/>
            <a:pathLst>
              <a:path w="7774629" h="6193018" extrusionOk="0">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rgbClr val="F8E7E7">
              <a:alpha val="9882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7" name="Google Shape;97;p5"/>
          <p:cNvSpPr/>
          <p:nvPr/>
        </p:nvSpPr>
        <p:spPr>
          <a:xfrm>
            <a:off x="7610252" y="1"/>
            <a:ext cx="2273668" cy="3147998"/>
          </a:xfrm>
          <a:custGeom>
            <a:avLst/>
            <a:gdLst/>
            <a:ahLst/>
            <a:cxnLst/>
            <a:rect l="l" t="t" r="r" b="b"/>
            <a:pathLst>
              <a:path w="2273668" h="3147998" extrusionOk="0">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8" name="Google Shape;98;p5"/>
          <p:cNvSpPr/>
          <p:nvPr/>
        </p:nvSpPr>
        <p:spPr>
          <a:xfrm>
            <a:off x="9883919" y="2"/>
            <a:ext cx="2254928" cy="3141557"/>
          </a:xfrm>
          <a:custGeom>
            <a:avLst/>
            <a:gdLst/>
            <a:ahLst/>
            <a:cxnLst/>
            <a:rect l="l" t="t" r="r" b="b"/>
            <a:pathLst>
              <a:path w="2254928" h="3141557" extrusionOk="0">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99" name="Google Shape;99;p5"/>
          <p:cNvSpPr/>
          <p:nvPr/>
        </p:nvSpPr>
        <p:spPr>
          <a:xfrm>
            <a:off x="8395730" y="2"/>
            <a:ext cx="2959203" cy="2352793"/>
          </a:xfrm>
          <a:custGeom>
            <a:avLst/>
            <a:gdLst/>
            <a:ahLst/>
            <a:cxnLst/>
            <a:rect l="l" t="t" r="r" b="b"/>
            <a:pathLst>
              <a:path w="2959203" h="2352793" extrusionOk="0">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00" name="Google Shape;100;p5"/>
          <p:cNvSpPr/>
          <p:nvPr/>
        </p:nvSpPr>
        <p:spPr>
          <a:xfrm>
            <a:off x="1390854" y="3130662"/>
            <a:ext cx="3106248" cy="3748831"/>
          </a:xfrm>
          <a:custGeom>
            <a:avLst/>
            <a:gdLst/>
            <a:ahLst/>
            <a:cxnLst/>
            <a:rect l="l" t="t" r="r" b="b"/>
            <a:pathLst>
              <a:path w="3106248" h="3748831" extrusionOk="0">
                <a:moveTo>
                  <a:pt x="0" y="0"/>
                </a:moveTo>
                <a:lnTo>
                  <a:pt x="3106248" y="3748831"/>
                </a:lnTo>
                <a:lnTo>
                  <a:pt x="0" y="3748831"/>
                </a:lnTo>
                <a:close/>
              </a:path>
            </a:pathLst>
          </a:custGeom>
          <a:solidFill>
            <a:schemeClr val="accent2">
              <a:alpha val="9882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01" name="Google Shape;101;p5"/>
          <p:cNvSpPr/>
          <p:nvPr/>
        </p:nvSpPr>
        <p:spPr>
          <a:xfrm>
            <a:off x="0" y="3130661"/>
            <a:ext cx="1400640" cy="3748832"/>
          </a:xfrm>
          <a:custGeom>
            <a:avLst/>
            <a:gdLst/>
            <a:ahLst/>
            <a:cxnLst/>
            <a:rect l="l" t="t" r="r" b="b"/>
            <a:pathLst>
              <a:path w="1400640" h="3748832" extrusionOk="0">
                <a:moveTo>
                  <a:pt x="1400640" y="0"/>
                </a:moveTo>
                <a:lnTo>
                  <a:pt x="1400640" y="3748832"/>
                </a:lnTo>
                <a:lnTo>
                  <a:pt x="0" y="3748832"/>
                </a:lnTo>
                <a:lnTo>
                  <a:pt x="0" y="1684743"/>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102" name="Google Shape;102;p5"/>
          <p:cNvSpPr txBox="1">
            <a:spLocks noGrp="1"/>
          </p:cNvSpPr>
          <p:nvPr>
            <p:ph type="title"/>
          </p:nvPr>
        </p:nvSpPr>
        <p:spPr>
          <a:xfrm>
            <a:off x="2895600" y="1699591"/>
            <a:ext cx="6400800" cy="28449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800"/>
              <a:buFont typeface="Arial Black"/>
              <a:buNone/>
              <a:defRPr sz="3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5"/>
          <p:cNvSpPr txBox="1">
            <a:spLocks noGrp="1"/>
          </p:cNvSpPr>
          <p:nvPr>
            <p:ph type="body" idx="1"/>
          </p:nvPr>
        </p:nvSpPr>
        <p:spPr>
          <a:xfrm>
            <a:off x="2895600" y="4598948"/>
            <a:ext cx="6400800" cy="993300"/>
          </a:xfrm>
          <a:prstGeom prst="rect">
            <a:avLst/>
          </a:prstGeom>
          <a:noFill/>
          <a:ln>
            <a:noFill/>
          </a:ln>
        </p:spPr>
        <p:txBody>
          <a:bodyPr spcFirstLastPara="1" wrap="square" lIns="0" tIns="0" rIns="0" bIns="0" anchor="ctr" anchorCtr="0">
            <a:noAutofit/>
          </a:bodyPr>
          <a:lstStyle>
            <a:lvl1pPr marL="457200" lvl="0" indent="-228600" algn="ctr" rtl="0">
              <a:lnSpc>
                <a:spcPct val="100000"/>
              </a:lnSpc>
              <a:spcBef>
                <a:spcPts val="0"/>
              </a:spcBef>
              <a:spcAft>
                <a:spcPts val="0"/>
              </a:spcAft>
              <a:buClr>
                <a:schemeClr val="accent6"/>
              </a:buClr>
              <a:buSzPts val="2400"/>
              <a:buNone/>
              <a:defRPr sz="2400">
                <a:solidFill>
                  <a:schemeClr val="accent6"/>
                </a:solidFill>
              </a:defRPr>
            </a:lvl1pPr>
            <a:lvl2pPr marL="914400" lvl="1" indent="-228600" algn="l" rtl="0">
              <a:lnSpc>
                <a:spcPct val="100000"/>
              </a:lnSpc>
              <a:spcBef>
                <a:spcPts val="360"/>
              </a:spcBef>
              <a:spcAft>
                <a:spcPts val="0"/>
              </a:spcAft>
              <a:buClr>
                <a:srgbClr val="888888"/>
              </a:buClr>
              <a:buSzPts val="2000"/>
              <a:buNone/>
              <a:defRPr sz="2000">
                <a:solidFill>
                  <a:srgbClr val="888888"/>
                </a:solidFill>
              </a:defRPr>
            </a:lvl2pPr>
            <a:lvl3pPr marL="1371600" lvl="2" indent="-228600" algn="l" rtl="0">
              <a:lnSpc>
                <a:spcPct val="100000"/>
              </a:lnSpc>
              <a:spcBef>
                <a:spcPts val="360"/>
              </a:spcBef>
              <a:spcAft>
                <a:spcPts val="0"/>
              </a:spcAft>
              <a:buClr>
                <a:srgbClr val="888888"/>
              </a:buClr>
              <a:buSzPts val="1800"/>
              <a:buNone/>
              <a:defRPr sz="1800">
                <a:solidFill>
                  <a:srgbClr val="888888"/>
                </a:solidFill>
              </a:defRPr>
            </a:lvl3pPr>
            <a:lvl4pPr marL="1828800" lvl="3" indent="-228600" algn="l" rtl="0">
              <a:lnSpc>
                <a:spcPct val="100000"/>
              </a:lnSpc>
              <a:spcBef>
                <a:spcPts val="360"/>
              </a:spcBef>
              <a:spcAft>
                <a:spcPts val="0"/>
              </a:spcAft>
              <a:buClr>
                <a:srgbClr val="888888"/>
              </a:buClr>
              <a:buSzPts val="1600"/>
              <a:buNone/>
              <a:defRPr sz="1600">
                <a:solidFill>
                  <a:srgbClr val="888888"/>
                </a:solidFill>
              </a:defRPr>
            </a:lvl4pPr>
            <a:lvl5pPr marL="2286000" lvl="4" indent="-228600" algn="l" rtl="0">
              <a:lnSpc>
                <a:spcPct val="100000"/>
              </a:lnSpc>
              <a:spcBef>
                <a:spcPts val="36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roduction 2">
  <p:cSld name="Introduction 2">
    <p:spTree>
      <p:nvGrpSpPr>
        <p:cNvPr id="1" name="Shape 104"/>
        <p:cNvGrpSpPr/>
        <p:nvPr/>
      </p:nvGrpSpPr>
      <p:grpSpPr>
        <a:xfrm>
          <a:off x="0" y="0"/>
          <a:ext cx="0" cy="0"/>
          <a:chOff x="0" y="0"/>
          <a:chExt cx="0" cy="0"/>
        </a:xfrm>
      </p:grpSpPr>
      <p:sp>
        <p:nvSpPr>
          <p:cNvPr id="105" name="Google Shape;105;p6"/>
          <p:cNvSpPr/>
          <p:nvPr/>
        </p:nvSpPr>
        <p:spPr>
          <a:xfrm>
            <a:off x="-24064" y="3390900"/>
            <a:ext cx="12216000" cy="34671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0">
              <a:solidFill>
                <a:schemeClr val="lt1"/>
              </a:solidFill>
              <a:latin typeface="EB Garamond"/>
              <a:ea typeface="EB Garamond"/>
              <a:cs typeface="EB Garamond"/>
              <a:sym typeface="EB Garamond"/>
            </a:endParaRPr>
          </a:p>
        </p:txBody>
      </p:sp>
      <p:sp>
        <p:nvSpPr>
          <p:cNvPr id="106" name="Google Shape;106;p6"/>
          <p:cNvSpPr/>
          <p:nvPr/>
        </p:nvSpPr>
        <p:spPr>
          <a:xfrm>
            <a:off x="443346" y="332509"/>
            <a:ext cx="11305200" cy="6026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lt1"/>
              </a:solidFill>
              <a:latin typeface="EB Garamond"/>
              <a:ea typeface="EB Garamond"/>
              <a:cs typeface="EB Garamond"/>
              <a:sym typeface="EB Garamond"/>
            </a:endParaRPr>
          </a:p>
        </p:txBody>
      </p:sp>
      <p:sp>
        <p:nvSpPr>
          <p:cNvPr id="107" name="Google Shape;107;p6"/>
          <p:cNvSpPr txBox="1">
            <a:spLocks noGrp="1"/>
          </p:cNvSpPr>
          <p:nvPr>
            <p:ph type="title"/>
          </p:nvPr>
        </p:nvSpPr>
        <p:spPr>
          <a:xfrm>
            <a:off x="854042" y="815009"/>
            <a:ext cx="10483800" cy="27432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800"/>
              <a:buFont typeface="Arial Black"/>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 name="Google Shape;108;p6"/>
          <p:cNvSpPr txBox="1">
            <a:spLocks noGrp="1"/>
          </p:cNvSpPr>
          <p:nvPr>
            <p:ph type="body" idx="1"/>
          </p:nvPr>
        </p:nvSpPr>
        <p:spPr>
          <a:xfrm>
            <a:off x="2895600" y="3663588"/>
            <a:ext cx="6400800" cy="22860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400"/>
              <a:buFont typeface="Arial"/>
              <a:buNone/>
              <a:defRPr sz="1400"/>
            </a:lvl1pPr>
            <a:lvl2pPr marL="914400" lvl="1" indent="-228600" algn="ctr" rtl="0">
              <a:lnSpc>
                <a:spcPct val="100000"/>
              </a:lnSpc>
              <a:spcBef>
                <a:spcPts val="360"/>
              </a:spcBef>
              <a:spcAft>
                <a:spcPts val="0"/>
              </a:spcAft>
              <a:buClr>
                <a:schemeClr val="accent6"/>
              </a:buClr>
              <a:buSzPts val="1400"/>
              <a:buNone/>
              <a:defRPr sz="1400"/>
            </a:lvl2pPr>
            <a:lvl3pPr marL="1371600" lvl="2" indent="-228600" algn="ctr" rtl="0">
              <a:lnSpc>
                <a:spcPct val="100000"/>
              </a:lnSpc>
              <a:spcBef>
                <a:spcPts val="360"/>
              </a:spcBef>
              <a:spcAft>
                <a:spcPts val="0"/>
              </a:spcAft>
              <a:buClr>
                <a:schemeClr val="accent6"/>
              </a:buClr>
              <a:buSzPts val="1400"/>
              <a:buNone/>
              <a:defRPr sz="1400"/>
            </a:lvl3pPr>
            <a:lvl4pPr marL="1828800" lvl="3" indent="-228600" algn="ctr" rtl="0">
              <a:lnSpc>
                <a:spcPct val="100000"/>
              </a:lnSpc>
              <a:spcBef>
                <a:spcPts val="360"/>
              </a:spcBef>
              <a:spcAft>
                <a:spcPts val="0"/>
              </a:spcAft>
              <a:buClr>
                <a:schemeClr val="accent6"/>
              </a:buClr>
              <a:buSzPts val="1400"/>
              <a:buNone/>
              <a:defRPr sz="1400"/>
            </a:lvl4pPr>
            <a:lvl5pPr marL="2286000" lvl="4" indent="-228600" algn="ctr" rtl="0">
              <a:lnSpc>
                <a:spcPct val="100000"/>
              </a:lnSpc>
              <a:spcBef>
                <a:spcPts val="360"/>
              </a:spcBef>
              <a:spcAft>
                <a:spcPts val="0"/>
              </a:spcAft>
              <a:buClr>
                <a:schemeClr val="accent6"/>
              </a:buClr>
              <a:buSzPts val="1400"/>
              <a:buNone/>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09" name="Google Shape;109;p6"/>
          <p:cNvGrpSpPr/>
          <p:nvPr/>
        </p:nvGrpSpPr>
        <p:grpSpPr>
          <a:xfrm flipH="1">
            <a:off x="9353550" y="0"/>
            <a:ext cx="2838450" cy="2857958"/>
            <a:chOff x="0" y="0"/>
            <a:chExt cx="2838450" cy="2857958"/>
          </a:xfrm>
        </p:grpSpPr>
        <p:sp>
          <p:nvSpPr>
            <p:cNvPr id="110" name="Google Shape;110;p6"/>
            <p:cNvSpPr/>
            <p:nvPr/>
          </p:nvSpPr>
          <p:spPr>
            <a:xfrm>
              <a:off x="0" y="0"/>
              <a:ext cx="2838450" cy="2857958"/>
            </a:xfrm>
            <a:custGeom>
              <a:avLst/>
              <a:gdLst/>
              <a:ahLst/>
              <a:cxnLst/>
              <a:rect l="l" t="t" r="r" b="b"/>
              <a:pathLst>
                <a:path w="2838450" h="2857958" extrusionOk="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11" name="Google Shape;111;p6"/>
            <p:cNvSpPr/>
            <p:nvPr/>
          </p:nvSpPr>
          <p:spPr>
            <a:xfrm>
              <a:off x="1" y="1"/>
              <a:ext cx="1003449" cy="1013015"/>
            </a:xfrm>
            <a:custGeom>
              <a:avLst/>
              <a:gdLst/>
              <a:ahLst/>
              <a:cxnLst/>
              <a:rect l="l" t="t" r="r" b="b"/>
              <a:pathLst>
                <a:path w="1003449" h="1013015" extrusionOk="0">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12" name="Google Shape;112;p6"/>
            <p:cNvSpPr/>
            <p:nvPr/>
          </p:nvSpPr>
          <p:spPr>
            <a:xfrm>
              <a:off x="1458332" y="590133"/>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sp>
        <p:nvSpPr>
          <p:cNvPr id="113" name="Google Shape;113;p6"/>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able">
  <p:cSld name="Title and Table">
    <p:spTree>
      <p:nvGrpSpPr>
        <p:cNvPr id="1" name="Shape 114"/>
        <p:cNvGrpSpPr/>
        <p:nvPr/>
      </p:nvGrpSpPr>
      <p:grpSpPr>
        <a:xfrm>
          <a:off x="0" y="0"/>
          <a:ext cx="0" cy="0"/>
          <a:chOff x="0" y="0"/>
          <a:chExt cx="0" cy="0"/>
        </a:xfrm>
      </p:grpSpPr>
      <p:sp>
        <p:nvSpPr>
          <p:cNvPr id="115" name="Google Shape;115;p7"/>
          <p:cNvSpPr/>
          <p:nvPr/>
        </p:nvSpPr>
        <p:spPr>
          <a:xfrm>
            <a:off x="9866106" y="0"/>
            <a:ext cx="2325894" cy="2180854"/>
          </a:xfrm>
          <a:custGeom>
            <a:avLst/>
            <a:gdLst/>
            <a:ahLst/>
            <a:cxnLst/>
            <a:rect l="l" t="t" r="r" b="b"/>
            <a:pathLst>
              <a:path w="2325894" h="2180854" extrusionOk="0">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16" name="Google Shape;116;p7"/>
          <p:cNvSpPr txBox="1">
            <a:spLocks noGrp="1"/>
          </p:cNvSpPr>
          <p:nvPr>
            <p:ph type="title"/>
          </p:nvPr>
        </p:nvSpPr>
        <p:spPr>
          <a:xfrm>
            <a:off x="758952" y="731518"/>
            <a:ext cx="10671000" cy="1359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7"/>
          <p:cNvSpPr txBox="1">
            <a:spLocks noGrp="1"/>
          </p:cNvSpPr>
          <p:nvPr>
            <p:ph type="body" idx="1"/>
          </p:nvPr>
        </p:nvSpPr>
        <p:spPr>
          <a:xfrm>
            <a:off x="755904" y="2825496"/>
            <a:ext cx="10680300" cy="28347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accent6"/>
              </a:buClr>
              <a:buSzPts val="1800"/>
              <a:buChar char="•"/>
              <a:defRPr sz="1800"/>
            </a:lvl1pPr>
            <a:lvl2pPr marL="914400" lvl="1" indent="-330200" algn="l" rtl="0">
              <a:lnSpc>
                <a:spcPct val="100000"/>
              </a:lnSpc>
              <a:spcBef>
                <a:spcPts val="360"/>
              </a:spcBef>
              <a:spcAft>
                <a:spcPts val="0"/>
              </a:spcAft>
              <a:buClr>
                <a:schemeClr val="accent6"/>
              </a:buClr>
              <a:buSzPts val="1600"/>
              <a:buChar char="•"/>
              <a:defRPr sz="1600"/>
            </a:lvl2pPr>
            <a:lvl3pPr marL="1371600" lvl="2" indent="-317500" algn="l" rtl="0">
              <a:lnSpc>
                <a:spcPct val="100000"/>
              </a:lnSpc>
              <a:spcBef>
                <a:spcPts val="360"/>
              </a:spcBef>
              <a:spcAft>
                <a:spcPts val="0"/>
              </a:spcAft>
              <a:buClr>
                <a:schemeClr val="accent6"/>
              </a:buClr>
              <a:buSzPts val="1400"/>
              <a:buChar char="•"/>
              <a:defRPr sz="1400"/>
            </a:lvl3pPr>
            <a:lvl4pPr marL="1828800" lvl="3" indent="-304800" algn="l" rtl="0">
              <a:lnSpc>
                <a:spcPct val="100000"/>
              </a:lnSpc>
              <a:spcBef>
                <a:spcPts val="360"/>
              </a:spcBef>
              <a:spcAft>
                <a:spcPts val="0"/>
              </a:spcAft>
              <a:buClr>
                <a:schemeClr val="accent6"/>
              </a:buClr>
              <a:buSzPts val="1200"/>
              <a:buChar char="•"/>
              <a:defRPr sz="1200"/>
            </a:lvl4pPr>
            <a:lvl5pPr marL="2286000" lvl="4" indent="-304800" algn="l" rtl="0">
              <a:lnSpc>
                <a:spcPct val="100000"/>
              </a:lnSpc>
              <a:spcBef>
                <a:spcPts val="360"/>
              </a:spcBef>
              <a:spcAft>
                <a:spcPts val="0"/>
              </a:spcAft>
              <a:buClr>
                <a:schemeClr val="accent6"/>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18" name="Google Shape;118;p7"/>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9"/>
        <p:cNvGrpSpPr/>
        <p:nvPr/>
      </p:nvGrpSpPr>
      <p:grpSpPr>
        <a:xfrm>
          <a:off x="0" y="0"/>
          <a:ext cx="0" cy="0"/>
          <a:chOff x="0" y="0"/>
          <a:chExt cx="0" cy="0"/>
        </a:xfrm>
      </p:grpSpPr>
      <p:sp>
        <p:nvSpPr>
          <p:cNvPr id="120" name="Google Shape;120;p8"/>
          <p:cNvSpPr txBox="1">
            <a:spLocks noGrp="1"/>
          </p:cNvSpPr>
          <p:nvPr>
            <p:ph type="title"/>
          </p:nvPr>
        </p:nvSpPr>
        <p:spPr>
          <a:xfrm>
            <a:off x="758952" y="731520"/>
            <a:ext cx="10671000" cy="13308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1" name="Google Shape;121;p8"/>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8"/>
          <p:cNvSpPr txBox="1">
            <a:spLocks noGrp="1"/>
          </p:cNvSpPr>
          <p:nvPr>
            <p:ph type="body" idx="1"/>
          </p:nvPr>
        </p:nvSpPr>
        <p:spPr>
          <a:xfrm>
            <a:off x="755904" y="2825495"/>
            <a:ext cx="10680300" cy="35754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accent6"/>
              </a:buClr>
              <a:buSzPts val="1800"/>
              <a:buChar char="•"/>
              <a:defRPr sz="1800"/>
            </a:lvl1pPr>
            <a:lvl2pPr marL="914400" lvl="1" indent="-330200" algn="l" rtl="0">
              <a:lnSpc>
                <a:spcPct val="100000"/>
              </a:lnSpc>
              <a:spcBef>
                <a:spcPts val="360"/>
              </a:spcBef>
              <a:spcAft>
                <a:spcPts val="0"/>
              </a:spcAft>
              <a:buClr>
                <a:schemeClr val="accent6"/>
              </a:buClr>
              <a:buSzPts val="1600"/>
              <a:buChar char="•"/>
              <a:defRPr sz="1600"/>
            </a:lvl2pPr>
            <a:lvl3pPr marL="1371600" lvl="2" indent="-317500" algn="l" rtl="0">
              <a:lnSpc>
                <a:spcPct val="100000"/>
              </a:lnSpc>
              <a:spcBef>
                <a:spcPts val="360"/>
              </a:spcBef>
              <a:spcAft>
                <a:spcPts val="0"/>
              </a:spcAft>
              <a:buClr>
                <a:schemeClr val="accent6"/>
              </a:buClr>
              <a:buSzPts val="1400"/>
              <a:buChar char="•"/>
              <a:defRPr sz="1400"/>
            </a:lvl3pPr>
            <a:lvl4pPr marL="1828800" lvl="3" indent="-304800" algn="l" rtl="0">
              <a:lnSpc>
                <a:spcPct val="100000"/>
              </a:lnSpc>
              <a:spcBef>
                <a:spcPts val="360"/>
              </a:spcBef>
              <a:spcAft>
                <a:spcPts val="0"/>
              </a:spcAft>
              <a:buClr>
                <a:schemeClr val="accent6"/>
              </a:buClr>
              <a:buSzPts val="1200"/>
              <a:buChar char="•"/>
              <a:defRPr sz="1200"/>
            </a:lvl4pPr>
            <a:lvl5pPr marL="2286000" lvl="4" indent="-304800" algn="l" rtl="0">
              <a:lnSpc>
                <a:spcPct val="100000"/>
              </a:lnSpc>
              <a:spcBef>
                <a:spcPts val="360"/>
              </a:spcBef>
              <a:spcAft>
                <a:spcPts val="0"/>
              </a:spcAft>
              <a:buClr>
                <a:schemeClr val="accent6"/>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hart">
  <p:cSld name="Title and Chart">
    <p:spTree>
      <p:nvGrpSpPr>
        <p:cNvPr id="1" name="Shape 123"/>
        <p:cNvGrpSpPr/>
        <p:nvPr/>
      </p:nvGrpSpPr>
      <p:grpSpPr>
        <a:xfrm>
          <a:off x="0" y="0"/>
          <a:ext cx="0" cy="0"/>
          <a:chOff x="0" y="0"/>
          <a:chExt cx="0" cy="0"/>
        </a:xfrm>
      </p:grpSpPr>
      <p:sp>
        <p:nvSpPr>
          <p:cNvPr id="124" name="Google Shape;124;p9"/>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25" name="Google Shape;125;p9"/>
          <p:cNvSpPr txBox="1">
            <a:spLocks noGrp="1"/>
          </p:cNvSpPr>
          <p:nvPr>
            <p:ph type="title"/>
          </p:nvPr>
        </p:nvSpPr>
        <p:spPr>
          <a:xfrm>
            <a:off x="758952" y="731519"/>
            <a:ext cx="10665000" cy="13716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6" name="Google Shape;126;p9"/>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27" name="Google Shape;127;p9"/>
          <p:cNvSpPr txBox="1">
            <a:spLocks noGrp="1"/>
          </p:cNvSpPr>
          <p:nvPr>
            <p:ph type="body" idx="1"/>
          </p:nvPr>
        </p:nvSpPr>
        <p:spPr>
          <a:xfrm>
            <a:off x="539496" y="2276272"/>
            <a:ext cx="11119200" cy="42618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accent6"/>
              </a:buClr>
              <a:buSzPts val="1800"/>
              <a:buChar char="•"/>
              <a:defRPr sz="1800"/>
            </a:lvl1pPr>
            <a:lvl2pPr marL="914400" lvl="1" indent="-330200" algn="l" rtl="0">
              <a:lnSpc>
                <a:spcPct val="100000"/>
              </a:lnSpc>
              <a:spcBef>
                <a:spcPts val="360"/>
              </a:spcBef>
              <a:spcAft>
                <a:spcPts val="0"/>
              </a:spcAft>
              <a:buClr>
                <a:schemeClr val="accent6"/>
              </a:buClr>
              <a:buSzPts val="1600"/>
              <a:buChar char="•"/>
              <a:defRPr sz="1600"/>
            </a:lvl2pPr>
            <a:lvl3pPr marL="1371600" lvl="2" indent="-317500" algn="l" rtl="0">
              <a:lnSpc>
                <a:spcPct val="100000"/>
              </a:lnSpc>
              <a:spcBef>
                <a:spcPts val="360"/>
              </a:spcBef>
              <a:spcAft>
                <a:spcPts val="0"/>
              </a:spcAft>
              <a:buClr>
                <a:schemeClr val="accent6"/>
              </a:buClr>
              <a:buSzPts val="1400"/>
              <a:buChar char="•"/>
              <a:defRPr sz="1400"/>
            </a:lvl3pPr>
            <a:lvl4pPr marL="1828800" lvl="3" indent="-304800" algn="l" rtl="0">
              <a:lnSpc>
                <a:spcPct val="100000"/>
              </a:lnSpc>
              <a:spcBef>
                <a:spcPts val="360"/>
              </a:spcBef>
              <a:spcAft>
                <a:spcPts val="0"/>
              </a:spcAft>
              <a:buClr>
                <a:schemeClr val="accent6"/>
              </a:buClr>
              <a:buSzPts val="1200"/>
              <a:buChar char="•"/>
              <a:defRPr sz="1200"/>
            </a:lvl4pPr>
            <a:lvl5pPr marL="2286000" lvl="4" indent="-304800" algn="l" rtl="0">
              <a:lnSpc>
                <a:spcPct val="100000"/>
              </a:lnSpc>
              <a:spcBef>
                <a:spcPts val="360"/>
              </a:spcBef>
              <a:spcAft>
                <a:spcPts val="0"/>
              </a:spcAft>
              <a:buClr>
                <a:schemeClr val="accent6"/>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1">
  <p:cSld name="Comparison 1">
    <p:spTree>
      <p:nvGrpSpPr>
        <p:cNvPr id="1" name="Shape 128"/>
        <p:cNvGrpSpPr/>
        <p:nvPr/>
      </p:nvGrpSpPr>
      <p:grpSpPr>
        <a:xfrm>
          <a:off x="0" y="0"/>
          <a:ext cx="0" cy="0"/>
          <a:chOff x="0" y="0"/>
          <a:chExt cx="0" cy="0"/>
        </a:xfrm>
      </p:grpSpPr>
      <p:sp>
        <p:nvSpPr>
          <p:cNvPr id="129" name="Google Shape;129;p10"/>
          <p:cNvSpPr txBox="1">
            <a:spLocks noGrp="1"/>
          </p:cNvSpPr>
          <p:nvPr>
            <p:ph type="title"/>
          </p:nvPr>
        </p:nvSpPr>
        <p:spPr>
          <a:xfrm>
            <a:off x="3986784" y="731520"/>
            <a:ext cx="7439100" cy="18288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0" name="Google Shape;130;p10"/>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31" name="Google Shape;131;p10"/>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32" name="Google Shape;132;p10"/>
          <p:cNvPicPr preferRelativeResize="0"/>
          <p:nvPr/>
        </p:nvPicPr>
        <p:blipFill rotWithShape="1">
          <a:blip r:embed="rId2">
            <a:alphaModFix/>
          </a:blip>
          <a:srcRect/>
          <a:stretch/>
        </p:blipFill>
        <p:spPr>
          <a:xfrm>
            <a:off x="1703311" y="-2784"/>
            <a:ext cx="1734409" cy="5167313"/>
          </a:xfrm>
          <a:prstGeom prst="rect">
            <a:avLst/>
          </a:prstGeom>
          <a:noFill/>
          <a:ln>
            <a:noFill/>
          </a:ln>
        </p:spPr>
      </p:pic>
      <p:sp>
        <p:nvSpPr>
          <p:cNvPr id="133" name="Google Shape;133;p10"/>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82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34" name="Google Shape;134;p10"/>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35" name="Google Shape;135;p10"/>
          <p:cNvPicPr preferRelativeResize="0"/>
          <p:nvPr/>
        </p:nvPicPr>
        <p:blipFill rotWithShape="1">
          <a:blip r:embed="rId3">
            <a:alphaModFix/>
          </a:blip>
          <a:srcRect/>
          <a:stretch/>
        </p:blipFill>
        <p:spPr>
          <a:xfrm>
            <a:off x="1718457" y="3440504"/>
            <a:ext cx="1719263" cy="1724025"/>
          </a:xfrm>
          <a:prstGeom prst="rect">
            <a:avLst/>
          </a:prstGeom>
          <a:noFill/>
          <a:ln>
            <a:noFill/>
          </a:ln>
        </p:spPr>
      </p:pic>
      <p:sp>
        <p:nvSpPr>
          <p:cNvPr id="136" name="Google Shape;136;p10"/>
          <p:cNvSpPr txBox="1">
            <a:spLocks noGrp="1"/>
          </p:cNvSpPr>
          <p:nvPr>
            <p:ph type="body" idx="1"/>
          </p:nvPr>
        </p:nvSpPr>
        <p:spPr>
          <a:xfrm>
            <a:off x="3986784" y="2567535"/>
            <a:ext cx="3566100" cy="10779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37" name="Google Shape;137;p10"/>
          <p:cNvSpPr txBox="1">
            <a:spLocks noGrp="1"/>
          </p:cNvSpPr>
          <p:nvPr>
            <p:ph type="body" idx="2"/>
          </p:nvPr>
        </p:nvSpPr>
        <p:spPr>
          <a:xfrm>
            <a:off x="3986784" y="3645407"/>
            <a:ext cx="3566100" cy="27435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38" name="Google Shape;138;p10"/>
          <p:cNvSpPr txBox="1">
            <a:spLocks noGrp="1"/>
          </p:cNvSpPr>
          <p:nvPr>
            <p:ph type="body" idx="3"/>
          </p:nvPr>
        </p:nvSpPr>
        <p:spPr>
          <a:xfrm>
            <a:off x="7857877" y="2567535"/>
            <a:ext cx="3568200" cy="10779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139" name="Google Shape;139;p10"/>
          <p:cNvSpPr txBox="1">
            <a:spLocks noGrp="1"/>
          </p:cNvSpPr>
          <p:nvPr>
            <p:ph type="body" idx="4"/>
          </p:nvPr>
        </p:nvSpPr>
        <p:spPr>
          <a:xfrm>
            <a:off x="7857877" y="3645407"/>
            <a:ext cx="3568200" cy="27435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140"/>
        <p:cNvGrpSpPr/>
        <p:nvPr/>
      </p:nvGrpSpPr>
      <p:grpSpPr>
        <a:xfrm>
          <a:off x="0" y="0"/>
          <a:ext cx="0" cy="0"/>
          <a:chOff x="0" y="0"/>
          <a:chExt cx="0" cy="0"/>
        </a:xfrm>
      </p:grpSpPr>
      <p:sp>
        <p:nvSpPr>
          <p:cNvPr id="141" name="Google Shape;141;p11"/>
          <p:cNvSpPr/>
          <p:nvPr/>
        </p:nvSpPr>
        <p:spPr>
          <a:xfrm>
            <a:off x="8758238" y="-14287"/>
            <a:ext cx="3433763" cy="3452812"/>
          </a:xfrm>
          <a:custGeom>
            <a:avLst/>
            <a:gdLst/>
            <a:ahLst/>
            <a:cxnLst/>
            <a:rect l="l" t="t" r="r" b="b"/>
            <a:pathLst>
              <a:path w="3433763" h="3452812" extrusionOk="0">
                <a:moveTo>
                  <a:pt x="3433763" y="0"/>
                </a:moveTo>
                <a:lnTo>
                  <a:pt x="3433763" y="3452813"/>
                </a:lnTo>
                <a:lnTo>
                  <a:pt x="0" y="3452813"/>
                </a:lnTo>
                <a:cubicBezTo>
                  <a:pt x="0" y="1545912"/>
                  <a:pt x="1537383" y="0"/>
                  <a:pt x="3433763"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2" name="Google Shape;142;p11"/>
          <p:cNvSpPr/>
          <p:nvPr/>
        </p:nvSpPr>
        <p:spPr>
          <a:xfrm>
            <a:off x="8758238" y="3438525"/>
            <a:ext cx="3433763" cy="3433762"/>
          </a:xfrm>
          <a:custGeom>
            <a:avLst/>
            <a:gdLst/>
            <a:ahLst/>
            <a:cxnLst/>
            <a:rect l="l" t="t" r="r" b="b"/>
            <a:pathLst>
              <a:path w="3433763" h="3433762" extrusionOk="0">
                <a:moveTo>
                  <a:pt x="0" y="0"/>
                </a:moveTo>
                <a:lnTo>
                  <a:pt x="3433763" y="0"/>
                </a:lnTo>
                <a:lnTo>
                  <a:pt x="3433763" y="3433763"/>
                </a:lnTo>
                <a:cubicBezTo>
                  <a:pt x="1537383" y="3433763"/>
                  <a:pt x="0" y="189638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3" name="Google Shape;143;p11"/>
          <p:cNvSpPr/>
          <p:nvPr/>
        </p:nvSpPr>
        <p:spPr>
          <a:xfrm rot="10800000" flipH="1">
            <a:off x="9991725" y="1247775"/>
            <a:ext cx="2200275" cy="2181225"/>
          </a:xfrm>
          <a:custGeom>
            <a:avLst/>
            <a:gdLst/>
            <a:ahLst/>
            <a:cxnLst/>
            <a:rect l="l" t="t" r="r" b="b"/>
            <a:pathLst>
              <a:path w="2200275" h="2181225" extrusionOk="0">
                <a:moveTo>
                  <a:pt x="0" y="0"/>
                </a:moveTo>
                <a:cubicBezTo>
                  <a:pt x="0" y="1204689"/>
                  <a:pt x="985061" y="2181225"/>
                  <a:pt x="2200275" y="2181225"/>
                </a:cubicBezTo>
                <a:lnTo>
                  <a:pt x="2200275" y="0"/>
                </a:lnTo>
                <a:lnTo>
                  <a:pt x="0"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4" name="Google Shape;144;p11"/>
          <p:cNvSpPr/>
          <p:nvPr/>
        </p:nvSpPr>
        <p:spPr>
          <a:xfrm rot="10800000" flipH="1">
            <a:off x="-20086" y="4580051"/>
            <a:ext cx="2277948" cy="2277948"/>
          </a:xfrm>
          <a:custGeom>
            <a:avLst/>
            <a:gdLst/>
            <a:ahLst/>
            <a:cxnLst/>
            <a:rect l="l" t="t" r="r" b="b"/>
            <a:pathLst>
              <a:path w="2277948" h="2277948" extrusionOk="0">
                <a:moveTo>
                  <a:pt x="0" y="2277948"/>
                </a:moveTo>
                <a:cubicBezTo>
                  <a:pt x="1258034" y="2277948"/>
                  <a:pt x="2277948" y="1258034"/>
                  <a:pt x="2277948" y="0"/>
                </a:cubicBezTo>
                <a:lnTo>
                  <a:pt x="0" y="0"/>
                </a:lnTo>
                <a:lnTo>
                  <a:pt x="0" y="2277948"/>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45" name="Google Shape;145;p11"/>
          <p:cNvPicPr preferRelativeResize="0"/>
          <p:nvPr/>
        </p:nvPicPr>
        <p:blipFill rotWithShape="1">
          <a:blip r:embed="rId2">
            <a:alphaModFix/>
          </a:blip>
          <a:srcRect/>
          <a:stretch/>
        </p:blipFill>
        <p:spPr>
          <a:xfrm>
            <a:off x="9991886" y="3441269"/>
            <a:ext cx="2200113" cy="2200113"/>
          </a:xfrm>
          <a:prstGeom prst="rect">
            <a:avLst/>
          </a:prstGeom>
          <a:noFill/>
          <a:ln>
            <a:noFill/>
          </a:ln>
        </p:spPr>
      </p:pic>
      <p:sp>
        <p:nvSpPr>
          <p:cNvPr id="146" name="Google Shape;146;p11"/>
          <p:cNvSpPr/>
          <p:nvPr/>
        </p:nvSpPr>
        <p:spPr>
          <a:xfrm>
            <a:off x="1707959" y="5667616"/>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47" name="Google Shape;147;p11"/>
          <p:cNvSpPr txBox="1">
            <a:spLocks noGrp="1"/>
          </p:cNvSpPr>
          <p:nvPr>
            <p:ph type="title"/>
          </p:nvPr>
        </p:nvSpPr>
        <p:spPr>
          <a:xfrm>
            <a:off x="914400" y="731520"/>
            <a:ext cx="7223700" cy="18288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8" name="Google Shape;148;p11"/>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49" name="Google Shape;149;p11"/>
          <p:cNvSpPr txBox="1">
            <a:spLocks noGrp="1"/>
          </p:cNvSpPr>
          <p:nvPr>
            <p:ph type="body" idx="1"/>
          </p:nvPr>
        </p:nvSpPr>
        <p:spPr>
          <a:xfrm>
            <a:off x="914400" y="2644545"/>
            <a:ext cx="7223700" cy="28893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360"/>
              </a:spcBef>
              <a:spcAft>
                <a:spcPts val="0"/>
              </a:spcAft>
              <a:buClr>
                <a:schemeClr val="accent6"/>
              </a:buClr>
              <a:buSzPts val="1400"/>
              <a:buNone/>
              <a:defRPr sz="1400"/>
            </a:lvl1pPr>
            <a:lvl2pPr marL="914400" lvl="1" indent="-317500" algn="l" rtl="0">
              <a:lnSpc>
                <a:spcPct val="100000"/>
              </a:lnSpc>
              <a:spcBef>
                <a:spcPts val="360"/>
              </a:spcBef>
              <a:spcAft>
                <a:spcPts val="0"/>
              </a:spcAft>
              <a:buClr>
                <a:schemeClr val="accent6"/>
              </a:buClr>
              <a:buSzPts val="1400"/>
              <a:buChar char="•"/>
              <a:defRPr sz="1400"/>
            </a:lvl2pPr>
            <a:lvl3pPr marL="1371600" lvl="2" indent="-317500" algn="l" rtl="0">
              <a:lnSpc>
                <a:spcPct val="100000"/>
              </a:lnSpc>
              <a:spcBef>
                <a:spcPts val="360"/>
              </a:spcBef>
              <a:spcAft>
                <a:spcPts val="0"/>
              </a:spcAft>
              <a:buClr>
                <a:schemeClr val="accent6"/>
              </a:buClr>
              <a:buSzPts val="1400"/>
              <a:buChar char="•"/>
              <a:defRPr sz="1400"/>
            </a:lvl3pPr>
            <a:lvl4pPr marL="1828800" lvl="3" indent="-317500" algn="l" rtl="0">
              <a:lnSpc>
                <a:spcPct val="100000"/>
              </a:lnSpc>
              <a:spcBef>
                <a:spcPts val="360"/>
              </a:spcBef>
              <a:spcAft>
                <a:spcPts val="0"/>
              </a:spcAft>
              <a:buClr>
                <a:schemeClr val="accent6"/>
              </a:buClr>
              <a:buSzPts val="1400"/>
              <a:buChar char="•"/>
              <a:defRPr sz="1400"/>
            </a:lvl4pPr>
            <a:lvl5pPr marL="2286000" lvl="4" indent="-317500" algn="l" rtl="0">
              <a:lnSpc>
                <a:spcPct val="100000"/>
              </a:lnSpc>
              <a:spcBef>
                <a:spcPts val="360"/>
              </a:spcBef>
              <a:spcAft>
                <a:spcPts val="0"/>
              </a:spcAft>
              <a:buClr>
                <a:schemeClr val="accent6"/>
              </a:buClr>
              <a:buSzPts val="1400"/>
              <a:buChar char="•"/>
              <a:defRPr sz="14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accent6"/>
        </a:solidFill>
        <a:effectLst/>
      </p:bgPr>
    </p:bg>
    <p:spTree>
      <p:nvGrpSpPr>
        <p:cNvPr id="1" name="Shape 150"/>
        <p:cNvGrpSpPr/>
        <p:nvPr/>
      </p:nvGrpSpPr>
      <p:grpSpPr>
        <a:xfrm>
          <a:off x="0" y="0"/>
          <a:ext cx="0" cy="0"/>
          <a:chOff x="0" y="0"/>
          <a:chExt cx="0" cy="0"/>
        </a:xfrm>
      </p:grpSpPr>
      <p:sp>
        <p:nvSpPr>
          <p:cNvPr id="151" name="Google Shape;151;p12"/>
          <p:cNvSpPr/>
          <p:nvPr/>
        </p:nvSpPr>
        <p:spPr>
          <a:xfrm>
            <a:off x="0" y="0"/>
            <a:ext cx="8948738" cy="6858000"/>
          </a:xfrm>
          <a:custGeom>
            <a:avLst/>
            <a:gdLst/>
            <a:ahLst/>
            <a:cxnLst/>
            <a:rect l="l" t="t" r="r" b="b"/>
            <a:pathLst>
              <a:path w="8948738" h="6858000" extrusionOk="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52" name="Google Shape;152;p12"/>
          <p:cNvSpPr/>
          <p:nvPr/>
        </p:nvSpPr>
        <p:spPr>
          <a:xfrm>
            <a:off x="7538626" y="13142"/>
            <a:ext cx="4653374" cy="6831717"/>
          </a:xfrm>
          <a:custGeom>
            <a:avLst/>
            <a:gdLst/>
            <a:ahLst/>
            <a:cxnLst/>
            <a:rect l="l" t="t" r="r" b="b"/>
            <a:pathLst>
              <a:path w="4653374" h="6831717" extrusionOk="0">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153" name="Google Shape;153;p12"/>
          <p:cNvPicPr preferRelativeResize="0"/>
          <p:nvPr/>
        </p:nvPicPr>
        <p:blipFill rotWithShape="1">
          <a:blip r:embed="rId2">
            <a:alphaModFix/>
          </a:blip>
          <a:srcRect/>
          <a:stretch/>
        </p:blipFill>
        <p:spPr>
          <a:xfrm>
            <a:off x="8737234" y="-25041"/>
            <a:ext cx="3432194" cy="3432194"/>
          </a:xfrm>
          <a:prstGeom prst="rect">
            <a:avLst/>
          </a:prstGeom>
          <a:noFill/>
          <a:ln>
            <a:noFill/>
          </a:ln>
        </p:spPr>
      </p:pic>
      <p:sp>
        <p:nvSpPr>
          <p:cNvPr id="154" name="Google Shape;154;p12"/>
          <p:cNvSpPr txBox="1">
            <a:spLocks noGrp="1"/>
          </p:cNvSpPr>
          <p:nvPr>
            <p:ph type="ctrTitle"/>
          </p:nvPr>
        </p:nvSpPr>
        <p:spPr>
          <a:xfrm>
            <a:off x="914400" y="731520"/>
            <a:ext cx="6583800" cy="1828800"/>
          </a:xfrm>
          <a:prstGeom prst="rect">
            <a:avLst/>
          </a:prstGeom>
          <a:noFill/>
          <a:ln>
            <a:noFill/>
          </a:ln>
        </p:spPr>
        <p:txBody>
          <a:bodyPr spcFirstLastPara="1" wrap="square" lIns="91425" tIns="0" rIns="91425" bIns="45700" anchor="b" anchorCtr="0">
            <a:noAutofit/>
          </a:bodyPr>
          <a:lstStyle>
            <a:lvl1pPr lvl="0" algn="l" rtl="0">
              <a:lnSpc>
                <a:spcPct val="128289"/>
              </a:lnSpc>
              <a:spcBef>
                <a:spcPts val="0"/>
              </a:spcBef>
              <a:spcAft>
                <a:spcPts val="0"/>
              </a:spcAft>
              <a:buClr>
                <a:schemeClr val="accent6"/>
              </a:buClr>
              <a:buSzPts val="3800"/>
              <a:buFont typeface="Arial Black"/>
              <a:buNone/>
              <a:defRPr sz="3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5" name="Google Shape;155;p12"/>
          <p:cNvSpPr txBox="1">
            <a:spLocks noGrp="1"/>
          </p:cNvSpPr>
          <p:nvPr>
            <p:ph type="subTitle" idx="1"/>
          </p:nvPr>
        </p:nvSpPr>
        <p:spPr>
          <a:xfrm>
            <a:off x="914400" y="2657553"/>
            <a:ext cx="6583800" cy="2655300"/>
          </a:xfrm>
          <a:prstGeom prst="rect">
            <a:avLst/>
          </a:prstGeom>
          <a:noFill/>
          <a:ln>
            <a:noFill/>
          </a:ln>
        </p:spPr>
        <p:txBody>
          <a:bodyPr spcFirstLastPara="1" wrap="square" lIns="91425" tIns="0" rIns="91425" bIns="0" anchor="t" anchorCtr="0">
            <a:normAutofit/>
          </a:bodyPr>
          <a:lstStyle>
            <a:lvl1pPr lvl="0" algn="l" rtl="0">
              <a:lnSpc>
                <a:spcPct val="100000"/>
              </a:lnSpc>
              <a:spcBef>
                <a:spcPts val="576"/>
              </a:spcBef>
              <a:spcAft>
                <a:spcPts val="0"/>
              </a:spcAft>
              <a:buClr>
                <a:schemeClr val="accent6"/>
              </a:buClr>
              <a:buSzPts val="2400"/>
              <a:buNone/>
              <a:defRPr sz="2400"/>
            </a:lvl1pPr>
            <a:lvl2pPr lvl="1" algn="ctr" rtl="0">
              <a:lnSpc>
                <a:spcPct val="100000"/>
              </a:lnSpc>
              <a:spcBef>
                <a:spcPts val="360"/>
              </a:spcBef>
              <a:spcAft>
                <a:spcPts val="0"/>
              </a:spcAft>
              <a:buClr>
                <a:schemeClr val="accent6"/>
              </a:buClr>
              <a:buSzPts val="2000"/>
              <a:buNone/>
              <a:defRPr sz="2000"/>
            </a:lvl2pPr>
            <a:lvl3pPr lvl="2" algn="ctr" rtl="0">
              <a:lnSpc>
                <a:spcPct val="100000"/>
              </a:lnSpc>
              <a:spcBef>
                <a:spcPts val="360"/>
              </a:spcBef>
              <a:spcAft>
                <a:spcPts val="0"/>
              </a:spcAft>
              <a:buClr>
                <a:schemeClr val="accent6"/>
              </a:buClr>
              <a:buSzPts val="1800"/>
              <a:buNone/>
              <a:defRPr sz="1800"/>
            </a:lvl3pPr>
            <a:lvl4pPr lvl="3" algn="ctr" rtl="0">
              <a:lnSpc>
                <a:spcPct val="100000"/>
              </a:lnSpc>
              <a:spcBef>
                <a:spcPts val="360"/>
              </a:spcBef>
              <a:spcAft>
                <a:spcPts val="0"/>
              </a:spcAft>
              <a:buClr>
                <a:schemeClr val="accent6"/>
              </a:buClr>
              <a:buSzPts val="1600"/>
              <a:buNone/>
              <a:defRPr sz="1600"/>
            </a:lvl4pPr>
            <a:lvl5pPr lvl="4" algn="ctr" rtl="0">
              <a:lnSpc>
                <a:spcPct val="100000"/>
              </a:lnSpc>
              <a:spcBef>
                <a:spcPts val="360"/>
              </a:spcBef>
              <a:spcAft>
                <a:spcPts val="0"/>
              </a:spcAft>
              <a:buClr>
                <a:schemeClr val="accent6"/>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56"/>
        <p:cNvGrpSpPr/>
        <p:nvPr/>
      </p:nvGrpSpPr>
      <p:grpSpPr>
        <a:xfrm>
          <a:off x="0" y="0"/>
          <a:ext cx="0" cy="0"/>
          <a:chOff x="0" y="0"/>
          <a:chExt cx="0" cy="0"/>
        </a:xfrm>
      </p:grpSpPr>
      <p:sp>
        <p:nvSpPr>
          <p:cNvPr id="157" name="Google Shape;157;p13"/>
          <p:cNvSpPr/>
          <p:nvPr/>
        </p:nvSpPr>
        <p:spPr>
          <a:xfrm>
            <a:off x="-7117" y="0"/>
            <a:ext cx="2550985" cy="6858000"/>
          </a:xfrm>
          <a:custGeom>
            <a:avLst/>
            <a:gdLst/>
            <a:ahLst/>
            <a:cxnLst/>
            <a:rect l="l" t="t" r="r" b="b"/>
            <a:pathLst>
              <a:path w="2550985" h="6858000" extrusionOk="0">
                <a:moveTo>
                  <a:pt x="2550985" y="0"/>
                </a:moveTo>
                <a:lnTo>
                  <a:pt x="0" y="0"/>
                </a:lnTo>
                <a:lnTo>
                  <a:pt x="0" y="6858000"/>
                </a:lnTo>
                <a:lnTo>
                  <a:pt x="2550985" y="6858000"/>
                </a:lnTo>
                <a:lnTo>
                  <a:pt x="2550985" y="0"/>
                </a:ln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58" name="Google Shape;158;p13"/>
          <p:cNvSpPr/>
          <p:nvPr/>
        </p:nvSpPr>
        <p:spPr>
          <a:xfrm>
            <a:off x="-9415" y="0"/>
            <a:ext cx="2548591" cy="2555628"/>
          </a:xfrm>
          <a:custGeom>
            <a:avLst/>
            <a:gdLst/>
            <a:ahLst/>
            <a:cxnLst/>
            <a:rect l="l" t="t" r="r" b="b"/>
            <a:pathLst>
              <a:path w="2548591" h="2555628" extrusionOk="0">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59" name="Google Shape;159;p13"/>
          <p:cNvSpPr/>
          <p:nvPr/>
        </p:nvSpPr>
        <p:spPr>
          <a:xfrm flipH="1">
            <a:off x="2535250" y="4308466"/>
            <a:ext cx="2550985" cy="2560442"/>
          </a:xfrm>
          <a:custGeom>
            <a:avLst/>
            <a:gdLst/>
            <a:ahLst/>
            <a:cxnLst/>
            <a:rect l="l" t="t" r="r" b="b"/>
            <a:pathLst>
              <a:path w="1079" h="1083" extrusionOk="0">
                <a:moveTo>
                  <a:pt x="0" y="1083"/>
                </a:moveTo>
                <a:lnTo>
                  <a:pt x="1079" y="1083"/>
                </a:lnTo>
                <a:lnTo>
                  <a:pt x="1079" y="0"/>
                </a:lnTo>
                <a:lnTo>
                  <a:pt x="0" y="1083"/>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60" name="Google Shape;160;p13"/>
          <p:cNvSpPr/>
          <p:nvPr/>
        </p:nvSpPr>
        <p:spPr>
          <a:xfrm flipH="1">
            <a:off x="-10618" y="4308466"/>
            <a:ext cx="2550985" cy="2560442"/>
          </a:xfrm>
          <a:custGeom>
            <a:avLst/>
            <a:gdLst/>
            <a:ahLst/>
            <a:cxnLst/>
            <a:rect l="l" t="t" r="r" b="b"/>
            <a:pathLst>
              <a:path w="1079" h="1083" extrusionOk="0">
                <a:moveTo>
                  <a:pt x="0" y="1083"/>
                </a:moveTo>
                <a:lnTo>
                  <a:pt x="1079" y="1083"/>
                </a:lnTo>
                <a:lnTo>
                  <a:pt x="1079" y="0"/>
                </a:lnTo>
                <a:lnTo>
                  <a:pt x="0" y="1083"/>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61" name="Google Shape;161;p13"/>
          <p:cNvSpPr/>
          <p:nvPr/>
        </p:nvSpPr>
        <p:spPr>
          <a:xfrm>
            <a:off x="2543868" y="0"/>
            <a:ext cx="2560340" cy="2560340"/>
          </a:xfrm>
          <a:custGeom>
            <a:avLst/>
            <a:gdLst/>
            <a:ahLst/>
            <a:cxnLst/>
            <a:rect l="l" t="t" r="r" b="b"/>
            <a:pathLst>
              <a:path w="2560340" h="2560340" extrusionOk="0">
                <a:moveTo>
                  <a:pt x="0" y="2560340"/>
                </a:moveTo>
                <a:cubicBezTo>
                  <a:pt x="1414079" y="2560340"/>
                  <a:pt x="2560340" y="1414079"/>
                  <a:pt x="2560340" y="0"/>
                </a:cubicBezTo>
                <a:lnTo>
                  <a:pt x="0" y="0"/>
                </a:lnTo>
                <a:lnTo>
                  <a:pt x="0" y="256034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162" name="Google Shape;162;p13"/>
          <p:cNvSpPr txBox="1">
            <a:spLocks noGrp="1"/>
          </p:cNvSpPr>
          <p:nvPr>
            <p:ph type="title"/>
          </p:nvPr>
        </p:nvSpPr>
        <p:spPr>
          <a:xfrm>
            <a:off x="4441121" y="1344404"/>
            <a:ext cx="6984900" cy="2560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Clr>
                <a:schemeClr val="accent6"/>
              </a:buClr>
              <a:buSzPts val="3300"/>
              <a:buFont typeface="Arial Black"/>
              <a:buNone/>
              <a:defRPr sz="3300" b="1">
                <a:latin typeface="Arial Black"/>
                <a:ea typeface="Arial Black"/>
                <a:cs typeface="Arial Black"/>
                <a:sym typeface="Arial Black"/>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3" name="Google Shape;163;p13"/>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4" name="Google Shape;164;p13"/>
          <p:cNvSpPr txBox="1">
            <a:spLocks noGrp="1"/>
          </p:cNvSpPr>
          <p:nvPr>
            <p:ph type="body" idx="1"/>
          </p:nvPr>
        </p:nvSpPr>
        <p:spPr>
          <a:xfrm>
            <a:off x="3611880" y="1347664"/>
            <a:ext cx="768000" cy="1882500"/>
          </a:xfrm>
          <a:prstGeom prst="rect">
            <a:avLst/>
          </a:prstGeom>
          <a:noFill/>
          <a:ln>
            <a:noFill/>
          </a:ln>
        </p:spPr>
        <p:txBody>
          <a:bodyPr spcFirstLastPara="1" wrap="square" lIns="91425" tIns="45700" rIns="91425" bIns="54850" anchor="t" anchorCtr="0">
            <a:noAutofit/>
          </a:bodyPr>
          <a:lstStyle>
            <a:lvl1pPr marL="457200" lvl="0" indent="-228600" algn="l" rtl="0">
              <a:lnSpc>
                <a:spcPct val="100000"/>
              </a:lnSpc>
              <a:spcBef>
                <a:spcPts val="360"/>
              </a:spcBef>
              <a:spcAft>
                <a:spcPts val="0"/>
              </a:spcAft>
              <a:buClr>
                <a:schemeClr val="accent6"/>
              </a:buClr>
              <a:buSzPts val="10000"/>
              <a:buNone/>
              <a:defRPr sz="10000" b="1"/>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5" name="Google Shape;165;p13"/>
          <p:cNvSpPr txBox="1">
            <a:spLocks noGrp="1"/>
          </p:cNvSpPr>
          <p:nvPr>
            <p:ph type="body" idx="2"/>
          </p:nvPr>
        </p:nvSpPr>
        <p:spPr>
          <a:xfrm>
            <a:off x="4441120" y="3977196"/>
            <a:ext cx="4971300" cy="864900"/>
          </a:xfrm>
          <a:prstGeom prst="rect">
            <a:avLst/>
          </a:prstGeom>
          <a:noFill/>
          <a:ln>
            <a:noFill/>
          </a:ln>
        </p:spPr>
        <p:txBody>
          <a:bodyPr spcFirstLastPara="1" wrap="square" lIns="0" tIns="0" rIns="0" bIns="0" anchor="ctr" anchorCtr="0">
            <a:noAutofit/>
          </a:bodyPr>
          <a:lstStyle>
            <a:lvl1pPr marL="457200" lvl="0" indent="-228600" algn="l" rtl="0">
              <a:lnSpc>
                <a:spcPct val="100000"/>
              </a:lnSpc>
              <a:spcBef>
                <a:spcPts val="360"/>
              </a:spcBef>
              <a:spcAft>
                <a:spcPts val="0"/>
              </a:spcAft>
              <a:buClr>
                <a:schemeClr val="accent6"/>
              </a:buClr>
              <a:buSzPts val="2400"/>
              <a:buNone/>
              <a:defRPr sz="2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6" name="Google Shape;166;p13"/>
          <p:cNvSpPr txBox="1">
            <a:spLocks noGrp="1"/>
          </p:cNvSpPr>
          <p:nvPr>
            <p:ph type="body" idx="3"/>
          </p:nvPr>
        </p:nvSpPr>
        <p:spPr>
          <a:xfrm>
            <a:off x="9500616" y="3209544"/>
            <a:ext cx="768000" cy="1627500"/>
          </a:xfrm>
          <a:prstGeom prst="rect">
            <a:avLst/>
          </a:prstGeom>
          <a:noFill/>
          <a:ln>
            <a:noFill/>
          </a:ln>
        </p:spPr>
        <p:txBody>
          <a:bodyPr spcFirstLastPara="1" wrap="square" lIns="91425" tIns="45700" rIns="91425" bIns="54850" anchor="t" anchorCtr="0">
            <a:noAutofit/>
          </a:bodyPr>
          <a:lstStyle>
            <a:lvl1pPr marL="457200" lvl="0" indent="-228600" algn="l" rtl="0">
              <a:lnSpc>
                <a:spcPct val="100000"/>
              </a:lnSpc>
              <a:spcBef>
                <a:spcPts val="360"/>
              </a:spcBef>
              <a:spcAft>
                <a:spcPts val="0"/>
              </a:spcAft>
              <a:buClr>
                <a:schemeClr val="accent6"/>
              </a:buClr>
              <a:buSzPts val="10000"/>
              <a:buNone/>
              <a:defRPr sz="10000" b="1"/>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am 4 Members">
  <p:cSld name="Team 4 Members">
    <p:spTree>
      <p:nvGrpSpPr>
        <p:cNvPr id="1" name="Shape 167"/>
        <p:cNvGrpSpPr/>
        <p:nvPr/>
      </p:nvGrpSpPr>
      <p:grpSpPr>
        <a:xfrm>
          <a:off x="0" y="0"/>
          <a:ext cx="0" cy="0"/>
          <a:chOff x="0" y="0"/>
          <a:chExt cx="0" cy="0"/>
        </a:xfrm>
      </p:grpSpPr>
      <p:sp>
        <p:nvSpPr>
          <p:cNvPr id="168" name="Google Shape;168;p14"/>
          <p:cNvSpPr/>
          <p:nvPr/>
        </p:nvSpPr>
        <p:spPr>
          <a:xfrm>
            <a:off x="-24064" y="3390900"/>
            <a:ext cx="12216000" cy="34671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50">
              <a:solidFill>
                <a:schemeClr val="lt1"/>
              </a:solidFill>
              <a:latin typeface="EB Garamond"/>
              <a:ea typeface="EB Garamond"/>
              <a:cs typeface="EB Garamond"/>
              <a:sym typeface="EB Garamond"/>
            </a:endParaRPr>
          </a:p>
        </p:txBody>
      </p:sp>
      <p:sp>
        <p:nvSpPr>
          <p:cNvPr id="169" name="Google Shape;169;p14"/>
          <p:cNvSpPr txBox="1">
            <a:spLocks noGrp="1"/>
          </p:cNvSpPr>
          <p:nvPr>
            <p:ph type="title"/>
          </p:nvPr>
        </p:nvSpPr>
        <p:spPr>
          <a:xfrm>
            <a:off x="758952" y="731520"/>
            <a:ext cx="10671000" cy="13503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0" name="Google Shape;170;p14"/>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4"/>
          <p:cNvSpPr>
            <a:spLocks noGrp="1"/>
          </p:cNvSpPr>
          <p:nvPr>
            <p:ph type="pic" idx="2"/>
          </p:nvPr>
        </p:nvSpPr>
        <p:spPr>
          <a:xfrm>
            <a:off x="758905" y="2392023"/>
            <a:ext cx="2596800" cy="2596800"/>
          </a:xfrm>
          <a:prstGeom prst="rect">
            <a:avLst/>
          </a:prstGeom>
          <a:solidFill>
            <a:srgbClr val="E3E5BC"/>
          </a:solidFill>
          <a:ln>
            <a:noFill/>
          </a:ln>
        </p:spPr>
      </p:sp>
      <p:sp>
        <p:nvSpPr>
          <p:cNvPr id="172" name="Google Shape;172;p14"/>
          <p:cNvSpPr txBox="1">
            <a:spLocks noGrp="1"/>
          </p:cNvSpPr>
          <p:nvPr>
            <p:ph type="body" idx="1"/>
          </p:nvPr>
        </p:nvSpPr>
        <p:spPr>
          <a:xfrm>
            <a:off x="758905" y="4989515"/>
            <a:ext cx="2598600" cy="1109700"/>
          </a:xfrm>
          <a:prstGeom prst="rect">
            <a:avLst/>
          </a:prstGeom>
          <a:solidFill>
            <a:schemeClr val="lt1"/>
          </a:solidFill>
          <a:ln>
            <a:noFill/>
          </a:ln>
        </p:spPr>
        <p:txBody>
          <a:bodyPr spcFirstLastPara="1" wrap="square" lIns="0" tIns="274300" rIns="0" bIns="45700" anchor="t" anchorCtr="0">
            <a:noAutofit/>
          </a:bodyPr>
          <a:lstStyle>
            <a:lvl1pPr marL="457200" lvl="0" indent="-228600" algn="ctr" rtl="0">
              <a:lnSpc>
                <a:spcPct val="100000"/>
              </a:lnSpc>
              <a:spcBef>
                <a:spcPts val="0"/>
              </a:spcBef>
              <a:spcAft>
                <a:spcPts val="0"/>
              </a:spcAft>
              <a:buClr>
                <a:schemeClr val="accent6"/>
              </a:buClr>
              <a:buSzPts val="1800"/>
              <a:buNone/>
              <a:defRPr sz="18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3" name="Google Shape;173;p14"/>
          <p:cNvSpPr txBox="1">
            <a:spLocks noGrp="1"/>
          </p:cNvSpPr>
          <p:nvPr>
            <p:ph type="body" idx="3"/>
          </p:nvPr>
        </p:nvSpPr>
        <p:spPr>
          <a:xfrm>
            <a:off x="916885" y="5599755"/>
            <a:ext cx="2283600" cy="3651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00000"/>
              </a:lnSpc>
              <a:spcBef>
                <a:spcPts val="360"/>
              </a:spcBef>
              <a:spcAft>
                <a:spcPts val="0"/>
              </a:spcAft>
              <a:buClr>
                <a:schemeClr val="accent6"/>
              </a:buClr>
              <a:buSzPts val="1400"/>
              <a:buNone/>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4" name="Google Shape;174;p14"/>
          <p:cNvSpPr>
            <a:spLocks noGrp="1"/>
          </p:cNvSpPr>
          <p:nvPr>
            <p:ph type="pic" idx="4"/>
          </p:nvPr>
        </p:nvSpPr>
        <p:spPr>
          <a:xfrm>
            <a:off x="3517361" y="2392619"/>
            <a:ext cx="2596800" cy="2596800"/>
          </a:xfrm>
          <a:prstGeom prst="rect">
            <a:avLst/>
          </a:prstGeom>
          <a:solidFill>
            <a:srgbClr val="E3E5BC"/>
          </a:solidFill>
          <a:ln>
            <a:noFill/>
          </a:ln>
        </p:spPr>
      </p:sp>
      <p:sp>
        <p:nvSpPr>
          <p:cNvPr id="175" name="Google Shape;175;p14"/>
          <p:cNvSpPr txBox="1">
            <a:spLocks noGrp="1"/>
          </p:cNvSpPr>
          <p:nvPr>
            <p:ph type="body" idx="5"/>
          </p:nvPr>
        </p:nvSpPr>
        <p:spPr>
          <a:xfrm>
            <a:off x="3516747" y="4990111"/>
            <a:ext cx="2598600" cy="1109700"/>
          </a:xfrm>
          <a:prstGeom prst="rect">
            <a:avLst/>
          </a:prstGeom>
          <a:solidFill>
            <a:schemeClr val="lt1"/>
          </a:solidFill>
          <a:ln>
            <a:noFill/>
          </a:ln>
        </p:spPr>
        <p:txBody>
          <a:bodyPr spcFirstLastPara="1" wrap="square" lIns="0" tIns="274300" rIns="0" bIns="45700" anchor="t" anchorCtr="0">
            <a:noAutofit/>
          </a:bodyPr>
          <a:lstStyle>
            <a:lvl1pPr marL="457200" lvl="0" indent="-228600" algn="ctr" rtl="0">
              <a:lnSpc>
                <a:spcPct val="100000"/>
              </a:lnSpc>
              <a:spcBef>
                <a:spcPts val="0"/>
              </a:spcBef>
              <a:spcAft>
                <a:spcPts val="0"/>
              </a:spcAft>
              <a:buClr>
                <a:schemeClr val="accent6"/>
              </a:buClr>
              <a:buSzPts val="1800"/>
              <a:buNone/>
              <a:defRPr sz="18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6" name="Google Shape;176;p14"/>
          <p:cNvSpPr txBox="1">
            <a:spLocks noGrp="1"/>
          </p:cNvSpPr>
          <p:nvPr>
            <p:ph type="body" idx="6"/>
          </p:nvPr>
        </p:nvSpPr>
        <p:spPr>
          <a:xfrm>
            <a:off x="3674073" y="5600351"/>
            <a:ext cx="2283600" cy="3651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00000"/>
              </a:lnSpc>
              <a:spcBef>
                <a:spcPts val="360"/>
              </a:spcBef>
              <a:spcAft>
                <a:spcPts val="0"/>
              </a:spcAft>
              <a:buClr>
                <a:schemeClr val="accent6"/>
              </a:buClr>
              <a:buSzPts val="1400"/>
              <a:buNone/>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7" name="Google Shape;177;p14"/>
          <p:cNvSpPr>
            <a:spLocks noGrp="1"/>
          </p:cNvSpPr>
          <p:nvPr>
            <p:ph type="pic" idx="7"/>
          </p:nvPr>
        </p:nvSpPr>
        <p:spPr>
          <a:xfrm>
            <a:off x="6275817" y="2393215"/>
            <a:ext cx="2596800" cy="2596800"/>
          </a:xfrm>
          <a:prstGeom prst="rect">
            <a:avLst/>
          </a:prstGeom>
          <a:solidFill>
            <a:srgbClr val="E3E5BC"/>
          </a:solidFill>
          <a:ln>
            <a:noFill/>
          </a:ln>
        </p:spPr>
      </p:sp>
      <p:sp>
        <p:nvSpPr>
          <p:cNvPr id="178" name="Google Shape;178;p14"/>
          <p:cNvSpPr txBox="1">
            <a:spLocks noGrp="1"/>
          </p:cNvSpPr>
          <p:nvPr>
            <p:ph type="body" idx="8"/>
          </p:nvPr>
        </p:nvSpPr>
        <p:spPr>
          <a:xfrm>
            <a:off x="6274589" y="4990707"/>
            <a:ext cx="2598600" cy="1109700"/>
          </a:xfrm>
          <a:prstGeom prst="rect">
            <a:avLst/>
          </a:prstGeom>
          <a:solidFill>
            <a:schemeClr val="lt1"/>
          </a:solidFill>
          <a:ln>
            <a:noFill/>
          </a:ln>
        </p:spPr>
        <p:txBody>
          <a:bodyPr spcFirstLastPara="1" wrap="square" lIns="0" tIns="274300" rIns="0" bIns="45700" anchor="t" anchorCtr="0">
            <a:noAutofit/>
          </a:bodyPr>
          <a:lstStyle>
            <a:lvl1pPr marL="457200" lvl="0" indent="-228600" algn="ctr" rtl="0">
              <a:lnSpc>
                <a:spcPct val="100000"/>
              </a:lnSpc>
              <a:spcBef>
                <a:spcPts val="0"/>
              </a:spcBef>
              <a:spcAft>
                <a:spcPts val="0"/>
              </a:spcAft>
              <a:buClr>
                <a:schemeClr val="accent6"/>
              </a:buClr>
              <a:buSzPts val="1800"/>
              <a:buNone/>
              <a:defRPr sz="18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9" name="Google Shape;179;p14"/>
          <p:cNvSpPr txBox="1">
            <a:spLocks noGrp="1"/>
          </p:cNvSpPr>
          <p:nvPr>
            <p:ph type="body" idx="9"/>
          </p:nvPr>
        </p:nvSpPr>
        <p:spPr>
          <a:xfrm>
            <a:off x="6432529" y="5600947"/>
            <a:ext cx="2283600" cy="3651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00000"/>
              </a:lnSpc>
              <a:spcBef>
                <a:spcPts val="360"/>
              </a:spcBef>
              <a:spcAft>
                <a:spcPts val="0"/>
              </a:spcAft>
              <a:buClr>
                <a:schemeClr val="accent6"/>
              </a:buClr>
              <a:buSzPts val="1400"/>
              <a:buNone/>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80" name="Google Shape;180;p14"/>
          <p:cNvSpPr>
            <a:spLocks noGrp="1"/>
          </p:cNvSpPr>
          <p:nvPr>
            <p:ph type="pic" idx="13"/>
          </p:nvPr>
        </p:nvSpPr>
        <p:spPr>
          <a:xfrm>
            <a:off x="9034272" y="2393215"/>
            <a:ext cx="2596800" cy="2596800"/>
          </a:xfrm>
          <a:prstGeom prst="rect">
            <a:avLst/>
          </a:prstGeom>
          <a:solidFill>
            <a:srgbClr val="E3E5BC"/>
          </a:solidFill>
          <a:ln>
            <a:noFill/>
          </a:ln>
        </p:spPr>
      </p:sp>
      <p:sp>
        <p:nvSpPr>
          <p:cNvPr id="181" name="Google Shape;181;p14"/>
          <p:cNvSpPr txBox="1">
            <a:spLocks noGrp="1"/>
          </p:cNvSpPr>
          <p:nvPr>
            <p:ph type="body" idx="14"/>
          </p:nvPr>
        </p:nvSpPr>
        <p:spPr>
          <a:xfrm>
            <a:off x="9032431" y="4990707"/>
            <a:ext cx="2598600" cy="1109700"/>
          </a:xfrm>
          <a:prstGeom prst="rect">
            <a:avLst/>
          </a:prstGeom>
          <a:solidFill>
            <a:schemeClr val="lt1"/>
          </a:solidFill>
          <a:ln>
            <a:noFill/>
          </a:ln>
        </p:spPr>
        <p:txBody>
          <a:bodyPr spcFirstLastPara="1" wrap="square" lIns="0" tIns="274300" rIns="0" bIns="45700" anchor="t" anchorCtr="0">
            <a:noAutofit/>
          </a:bodyPr>
          <a:lstStyle>
            <a:lvl1pPr marL="457200" lvl="0" indent="-228600" algn="ctr" rtl="0">
              <a:lnSpc>
                <a:spcPct val="100000"/>
              </a:lnSpc>
              <a:spcBef>
                <a:spcPts val="0"/>
              </a:spcBef>
              <a:spcAft>
                <a:spcPts val="0"/>
              </a:spcAft>
              <a:buClr>
                <a:schemeClr val="accent6"/>
              </a:buClr>
              <a:buSzPts val="1800"/>
              <a:buNone/>
              <a:defRPr sz="18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82" name="Google Shape;182;p14"/>
          <p:cNvSpPr txBox="1">
            <a:spLocks noGrp="1"/>
          </p:cNvSpPr>
          <p:nvPr>
            <p:ph type="body" idx="15"/>
          </p:nvPr>
        </p:nvSpPr>
        <p:spPr>
          <a:xfrm>
            <a:off x="9190984" y="5600947"/>
            <a:ext cx="2283600" cy="3651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00000"/>
              </a:lnSpc>
              <a:spcBef>
                <a:spcPts val="360"/>
              </a:spcBef>
              <a:spcAft>
                <a:spcPts val="0"/>
              </a:spcAft>
              <a:buClr>
                <a:schemeClr val="accent6"/>
              </a:buClr>
              <a:buSzPts val="1400"/>
              <a:buNone/>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am 8 Members">
  <p:cSld name="Team 8 Members">
    <p:spTree>
      <p:nvGrpSpPr>
        <p:cNvPr id="1" name="Shape 183"/>
        <p:cNvGrpSpPr/>
        <p:nvPr/>
      </p:nvGrpSpPr>
      <p:grpSpPr>
        <a:xfrm>
          <a:off x="0" y="0"/>
          <a:ext cx="0" cy="0"/>
          <a:chOff x="0" y="0"/>
          <a:chExt cx="0" cy="0"/>
        </a:xfrm>
      </p:grpSpPr>
      <p:sp>
        <p:nvSpPr>
          <p:cNvPr id="184" name="Google Shape;184;p15"/>
          <p:cNvSpPr txBox="1">
            <a:spLocks noGrp="1"/>
          </p:cNvSpPr>
          <p:nvPr>
            <p:ph type="title"/>
          </p:nvPr>
        </p:nvSpPr>
        <p:spPr>
          <a:xfrm>
            <a:off x="760937" y="731520"/>
            <a:ext cx="10665000" cy="13500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5" name="Google Shape;185;p15"/>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186" name="Google Shape;186;p15"/>
          <p:cNvSpPr>
            <a:spLocks noGrp="1"/>
          </p:cNvSpPr>
          <p:nvPr>
            <p:ph type="pic" idx="2"/>
          </p:nvPr>
        </p:nvSpPr>
        <p:spPr>
          <a:xfrm>
            <a:off x="1271016" y="2131212"/>
            <a:ext cx="2030100" cy="1442100"/>
          </a:xfrm>
          <a:prstGeom prst="rect">
            <a:avLst/>
          </a:prstGeom>
          <a:solidFill>
            <a:srgbClr val="E3E5BC"/>
          </a:solidFill>
          <a:ln>
            <a:noFill/>
          </a:ln>
        </p:spPr>
      </p:sp>
      <p:sp>
        <p:nvSpPr>
          <p:cNvPr id="187" name="Google Shape;187;p15"/>
          <p:cNvSpPr txBox="1">
            <a:spLocks noGrp="1"/>
          </p:cNvSpPr>
          <p:nvPr>
            <p:ph type="body" idx="1"/>
          </p:nvPr>
        </p:nvSpPr>
        <p:spPr>
          <a:xfrm>
            <a:off x="1271016" y="3573354"/>
            <a:ext cx="2030100" cy="694800"/>
          </a:xfrm>
          <a:prstGeom prst="rect">
            <a:avLst/>
          </a:prstGeom>
          <a:solidFill>
            <a:schemeClr val="accent4"/>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88" name="Google Shape;188;p15"/>
          <p:cNvSpPr txBox="1">
            <a:spLocks noGrp="1"/>
          </p:cNvSpPr>
          <p:nvPr>
            <p:ph type="body" idx="3"/>
          </p:nvPr>
        </p:nvSpPr>
        <p:spPr>
          <a:xfrm>
            <a:off x="1271016" y="3949363"/>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89" name="Google Shape;189;p15"/>
          <p:cNvSpPr>
            <a:spLocks noGrp="1"/>
          </p:cNvSpPr>
          <p:nvPr>
            <p:ph type="pic" idx="4"/>
          </p:nvPr>
        </p:nvSpPr>
        <p:spPr>
          <a:xfrm>
            <a:off x="1271016" y="4537631"/>
            <a:ext cx="2030100" cy="1442100"/>
          </a:xfrm>
          <a:prstGeom prst="rect">
            <a:avLst/>
          </a:prstGeom>
          <a:solidFill>
            <a:srgbClr val="E3E5BC"/>
          </a:solidFill>
          <a:ln>
            <a:noFill/>
          </a:ln>
        </p:spPr>
      </p:sp>
      <p:sp>
        <p:nvSpPr>
          <p:cNvPr id="190" name="Google Shape;190;p15"/>
          <p:cNvSpPr txBox="1">
            <a:spLocks noGrp="1"/>
          </p:cNvSpPr>
          <p:nvPr>
            <p:ph type="body" idx="5"/>
          </p:nvPr>
        </p:nvSpPr>
        <p:spPr>
          <a:xfrm>
            <a:off x="1271016" y="5979773"/>
            <a:ext cx="2030100" cy="694800"/>
          </a:xfrm>
          <a:prstGeom prst="rect">
            <a:avLst/>
          </a:prstGeom>
          <a:solidFill>
            <a:schemeClr val="accent1"/>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1" name="Google Shape;191;p15"/>
          <p:cNvSpPr txBox="1">
            <a:spLocks noGrp="1"/>
          </p:cNvSpPr>
          <p:nvPr>
            <p:ph type="body" idx="6"/>
          </p:nvPr>
        </p:nvSpPr>
        <p:spPr>
          <a:xfrm>
            <a:off x="1271016" y="6355782"/>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2" name="Google Shape;192;p15"/>
          <p:cNvSpPr>
            <a:spLocks noGrp="1"/>
          </p:cNvSpPr>
          <p:nvPr>
            <p:ph type="pic" idx="7"/>
          </p:nvPr>
        </p:nvSpPr>
        <p:spPr>
          <a:xfrm>
            <a:off x="3828288" y="2131212"/>
            <a:ext cx="2030100" cy="1442100"/>
          </a:xfrm>
          <a:prstGeom prst="rect">
            <a:avLst/>
          </a:prstGeom>
          <a:solidFill>
            <a:srgbClr val="E3E5BC"/>
          </a:solidFill>
          <a:ln>
            <a:noFill/>
          </a:ln>
        </p:spPr>
      </p:sp>
      <p:sp>
        <p:nvSpPr>
          <p:cNvPr id="193" name="Google Shape;193;p15"/>
          <p:cNvSpPr txBox="1">
            <a:spLocks noGrp="1"/>
          </p:cNvSpPr>
          <p:nvPr>
            <p:ph type="body" idx="8"/>
          </p:nvPr>
        </p:nvSpPr>
        <p:spPr>
          <a:xfrm>
            <a:off x="3828288" y="3573354"/>
            <a:ext cx="2030100" cy="694800"/>
          </a:xfrm>
          <a:prstGeom prst="rect">
            <a:avLst/>
          </a:prstGeom>
          <a:solidFill>
            <a:schemeClr val="accent1"/>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4" name="Google Shape;194;p15"/>
          <p:cNvSpPr txBox="1">
            <a:spLocks noGrp="1"/>
          </p:cNvSpPr>
          <p:nvPr>
            <p:ph type="body" idx="9"/>
          </p:nvPr>
        </p:nvSpPr>
        <p:spPr>
          <a:xfrm>
            <a:off x="3828288" y="3949363"/>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5" name="Google Shape;195;p15"/>
          <p:cNvSpPr>
            <a:spLocks noGrp="1"/>
          </p:cNvSpPr>
          <p:nvPr>
            <p:ph type="pic" idx="13"/>
          </p:nvPr>
        </p:nvSpPr>
        <p:spPr>
          <a:xfrm>
            <a:off x="3828288" y="4537631"/>
            <a:ext cx="2030100" cy="1442100"/>
          </a:xfrm>
          <a:prstGeom prst="rect">
            <a:avLst/>
          </a:prstGeom>
          <a:solidFill>
            <a:srgbClr val="E3E5BC"/>
          </a:solidFill>
          <a:ln>
            <a:noFill/>
          </a:ln>
        </p:spPr>
      </p:sp>
      <p:sp>
        <p:nvSpPr>
          <p:cNvPr id="196" name="Google Shape;196;p15"/>
          <p:cNvSpPr txBox="1">
            <a:spLocks noGrp="1"/>
          </p:cNvSpPr>
          <p:nvPr>
            <p:ph type="body" idx="14"/>
          </p:nvPr>
        </p:nvSpPr>
        <p:spPr>
          <a:xfrm>
            <a:off x="3828288" y="5979773"/>
            <a:ext cx="2030100" cy="694800"/>
          </a:xfrm>
          <a:prstGeom prst="rect">
            <a:avLst/>
          </a:prstGeom>
          <a:solidFill>
            <a:schemeClr val="accent4"/>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7" name="Google Shape;197;p15"/>
          <p:cNvSpPr txBox="1">
            <a:spLocks noGrp="1"/>
          </p:cNvSpPr>
          <p:nvPr>
            <p:ph type="body" idx="15"/>
          </p:nvPr>
        </p:nvSpPr>
        <p:spPr>
          <a:xfrm>
            <a:off x="3828288" y="6355782"/>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8" name="Google Shape;198;p15"/>
          <p:cNvSpPr>
            <a:spLocks noGrp="1"/>
          </p:cNvSpPr>
          <p:nvPr>
            <p:ph type="pic" idx="16"/>
          </p:nvPr>
        </p:nvSpPr>
        <p:spPr>
          <a:xfrm>
            <a:off x="6385560" y="2131212"/>
            <a:ext cx="2030100" cy="1442100"/>
          </a:xfrm>
          <a:prstGeom prst="rect">
            <a:avLst/>
          </a:prstGeom>
          <a:solidFill>
            <a:srgbClr val="E3E5BC"/>
          </a:solidFill>
          <a:ln>
            <a:noFill/>
          </a:ln>
        </p:spPr>
      </p:sp>
      <p:sp>
        <p:nvSpPr>
          <p:cNvPr id="199" name="Google Shape;199;p15"/>
          <p:cNvSpPr txBox="1">
            <a:spLocks noGrp="1"/>
          </p:cNvSpPr>
          <p:nvPr>
            <p:ph type="body" idx="17"/>
          </p:nvPr>
        </p:nvSpPr>
        <p:spPr>
          <a:xfrm>
            <a:off x="6385560" y="3573354"/>
            <a:ext cx="2030100" cy="694800"/>
          </a:xfrm>
          <a:prstGeom prst="rect">
            <a:avLst/>
          </a:prstGeom>
          <a:solidFill>
            <a:schemeClr val="accent4"/>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0" name="Google Shape;200;p15"/>
          <p:cNvSpPr txBox="1">
            <a:spLocks noGrp="1"/>
          </p:cNvSpPr>
          <p:nvPr>
            <p:ph type="body" idx="18"/>
          </p:nvPr>
        </p:nvSpPr>
        <p:spPr>
          <a:xfrm>
            <a:off x="6385560" y="3949363"/>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1" name="Google Shape;201;p15"/>
          <p:cNvSpPr>
            <a:spLocks noGrp="1"/>
          </p:cNvSpPr>
          <p:nvPr>
            <p:ph type="pic" idx="19"/>
          </p:nvPr>
        </p:nvSpPr>
        <p:spPr>
          <a:xfrm>
            <a:off x="6385560" y="4537631"/>
            <a:ext cx="2030100" cy="1442100"/>
          </a:xfrm>
          <a:prstGeom prst="rect">
            <a:avLst/>
          </a:prstGeom>
          <a:solidFill>
            <a:srgbClr val="E3E5BC"/>
          </a:solidFill>
          <a:ln>
            <a:noFill/>
          </a:ln>
        </p:spPr>
      </p:sp>
      <p:sp>
        <p:nvSpPr>
          <p:cNvPr id="202" name="Google Shape;202;p15"/>
          <p:cNvSpPr txBox="1">
            <a:spLocks noGrp="1"/>
          </p:cNvSpPr>
          <p:nvPr>
            <p:ph type="body" idx="20"/>
          </p:nvPr>
        </p:nvSpPr>
        <p:spPr>
          <a:xfrm>
            <a:off x="6385560" y="5979773"/>
            <a:ext cx="2030100" cy="694800"/>
          </a:xfrm>
          <a:prstGeom prst="rect">
            <a:avLst/>
          </a:prstGeom>
          <a:solidFill>
            <a:schemeClr val="accent1"/>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3" name="Google Shape;203;p15"/>
          <p:cNvSpPr txBox="1">
            <a:spLocks noGrp="1"/>
          </p:cNvSpPr>
          <p:nvPr>
            <p:ph type="body" idx="21"/>
          </p:nvPr>
        </p:nvSpPr>
        <p:spPr>
          <a:xfrm>
            <a:off x="6385560" y="6355782"/>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4" name="Google Shape;204;p15"/>
          <p:cNvSpPr>
            <a:spLocks noGrp="1"/>
          </p:cNvSpPr>
          <p:nvPr>
            <p:ph type="pic" idx="22"/>
          </p:nvPr>
        </p:nvSpPr>
        <p:spPr>
          <a:xfrm>
            <a:off x="8942832" y="2131212"/>
            <a:ext cx="2030100" cy="1442100"/>
          </a:xfrm>
          <a:prstGeom prst="rect">
            <a:avLst/>
          </a:prstGeom>
          <a:solidFill>
            <a:srgbClr val="E3E5BC"/>
          </a:solidFill>
          <a:ln>
            <a:noFill/>
          </a:ln>
        </p:spPr>
      </p:sp>
      <p:sp>
        <p:nvSpPr>
          <p:cNvPr id="205" name="Google Shape;205;p15"/>
          <p:cNvSpPr txBox="1">
            <a:spLocks noGrp="1"/>
          </p:cNvSpPr>
          <p:nvPr>
            <p:ph type="body" idx="23"/>
          </p:nvPr>
        </p:nvSpPr>
        <p:spPr>
          <a:xfrm>
            <a:off x="8942832" y="3573354"/>
            <a:ext cx="2030100" cy="694800"/>
          </a:xfrm>
          <a:prstGeom prst="rect">
            <a:avLst/>
          </a:prstGeom>
          <a:solidFill>
            <a:schemeClr val="accent1"/>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6" name="Google Shape;206;p15"/>
          <p:cNvSpPr txBox="1">
            <a:spLocks noGrp="1"/>
          </p:cNvSpPr>
          <p:nvPr>
            <p:ph type="body" idx="24"/>
          </p:nvPr>
        </p:nvSpPr>
        <p:spPr>
          <a:xfrm>
            <a:off x="8942832" y="3949363"/>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7" name="Google Shape;207;p15"/>
          <p:cNvSpPr>
            <a:spLocks noGrp="1"/>
          </p:cNvSpPr>
          <p:nvPr>
            <p:ph type="pic" idx="25"/>
          </p:nvPr>
        </p:nvSpPr>
        <p:spPr>
          <a:xfrm>
            <a:off x="8942832" y="4537631"/>
            <a:ext cx="2030100" cy="1442100"/>
          </a:xfrm>
          <a:prstGeom prst="rect">
            <a:avLst/>
          </a:prstGeom>
          <a:solidFill>
            <a:srgbClr val="E3E5BC"/>
          </a:solidFill>
          <a:ln>
            <a:noFill/>
          </a:ln>
        </p:spPr>
      </p:sp>
      <p:sp>
        <p:nvSpPr>
          <p:cNvPr id="208" name="Google Shape;208;p15"/>
          <p:cNvSpPr txBox="1">
            <a:spLocks noGrp="1"/>
          </p:cNvSpPr>
          <p:nvPr>
            <p:ph type="body" idx="26"/>
          </p:nvPr>
        </p:nvSpPr>
        <p:spPr>
          <a:xfrm>
            <a:off x="8942832" y="5979773"/>
            <a:ext cx="2030100" cy="694800"/>
          </a:xfrm>
          <a:prstGeom prst="rect">
            <a:avLst/>
          </a:prstGeom>
          <a:solidFill>
            <a:schemeClr val="accent4"/>
          </a:solidFill>
          <a:ln>
            <a:noFill/>
          </a:ln>
        </p:spPr>
        <p:txBody>
          <a:bodyPr spcFirstLastPara="1" wrap="square" lIns="0" tIns="155425" rIns="0" bIns="45700" anchor="t" anchorCtr="0">
            <a:normAutofit/>
          </a:bodyPr>
          <a:lstStyle>
            <a:lvl1pPr marL="457200" lvl="0" indent="-228600" algn="ctr" rtl="0">
              <a:lnSpc>
                <a:spcPct val="100000"/>
              </a:lnSpc>
              <a:spcBef>
                <a:spcPts val="0"/>
              </a:spcBef>
              <a:spcAft>
                <a:spcPts val="0"/>
              </a:spcAft>
              <a:buClr>
                <a:schemeClr val="accent6"/>
              </a:buClr>
              <a:buSzPts val="1400"/>
              <a:buNone/>
              <a:defRPr sz="1400" b="0" cap="none">
                <a:solidFill>
                  <a:schemeClr val="accent6"/>
                </a:solidFill>
                <a:latin typeface="Arial Black"/>
                <a:ea typeface="Arial Black"/>
                <a:cs typeface="Arial Black"/>
                <a:sym typeface="Arial Black"/>
              </a:defRPr>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9" name="Google Shape;209;p15"/>
          <p:cNvSpPr txBox="1">
            <a:spLocks noGrp="1"/>
          </p:cNvSpPr>
          <p:nvPr>
            <p:ph type="body" idx="27"/>
          </p:nvPr>
        </p:nvSpPr>
        <p:spPr>
          <a:xfrm>
            <a:off x="8942832" y="6355782"/>
            <a:ext cx="2030100" cy="269100"/>
          </a:xfrm>
          <a:prstGeom prst="rect">
            <a:avLst/>
          </a:prstGeom>
          <a:noFill/>
          <a:ln>
            <a:noFill/>
          </a:ln>
        </p:spPr>
        <p:txBody>
          <a:bodyPr spcFirstLastPara="1" wrap="square" lIns="91425" tIns="45700" rIns="91425" bIns="45700" anchor="t" anchorCtr="0">
            <a:normAutofit/>
          </a:bodyPr>
          <a:lstStyle>
            <a:lvl1pPr marL="457200" lvl="0" indent="-228600" algn="ctr" rtl="0">
              <a:lnSpc>
                <a:spcPct val="100000"/>
              </a:lnSpc>
              <a:spcBef>
                <a:spcPts val="360"/>
              </a:spcBef>
              <a:spcAft>
                <a:spcPts val="0"/>
              </a:spcAft>
              <a:buClr>
                <a:schemeClr val="accent6"/>
              </a:buClr>
              <a:buSzPts val="1200"/>
              <a:buNone/>
              <a:defRPr sz="12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210"/>
        <p:cNvGrpSpPr/>
        <p:nvPr/>
      </p:nvGrpSpPr>
      <p:grpSpPr>
        <a:xfrm>
          <a:off x="0" y="0"/>
          <a:ext cx="0" cy="0"/>
          <a:chOff x="0" y="0"/>
          <a:chExt cx="0" cy="0"/>
        </a:xfrm>
      </p:grpSpPr>
      <p:sp>
        <p:nvSpPr>
          <p:cNvPr id="211" name="Google Shape;211;p16"/>
          <p:cNvSpPr/>
          <p:nvPr/>
        </p:nvSpPr>
        <p:spPr>
          <a:xfrm>
            <a:off x="0" y="0"/>
            <a:ext cx="2838450" cy="2857958"/>
          </a:xfrm>
          <a:custGeom>
            <a:avLst/>
            <a:gdLst/>
            <a:ahLst/>
            <a:cxnLst/>
            <a:rect l="l" t="t" r="r" b="b"/>
            <a:pathLst>
              <a:path w="2838450" h="2857958" extrusionOk="0">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2" name="Google Shape;212;p16"/>
          <p:cNvSpPr/>
          <p:nvPr/>
        </p:nvSpPr>
        <p:spPr>
          <a:xfrm>
            <a:off x="1" y="-1"/>
            <a:ext cx="1970627" cy="1990267"/>
          </a:xfrm>
          <a:custGeom>
            <a:avLst/>
            <a:gdLst/>
            <a:ahLst/>
            <a:cxnLst/>
            <a:rect l="l" t="t" r="r" b="b"/>
            <a:pathLst>
              <a:path w="1970627" h="1990267" extrusionOk="0">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3" name="Google Shape;213;p16"/>
          <p:cNvSpPr/>
          <p:nvPr/>
        </p:nvSpPr>
        <p:spPr>
          <a:xfrm>
            <a:off x="1" y="1"/>
            <a:ext cx="1003449" cy="1013015"/>
          </a:xfrm>
          <a:custGeom>
            <a:avLst/>
            <a:gdLst/>
            <a:ahLst/>
            <a:cxnLst/>
            <a:rect l="l" t="t" r="r" b="b"/>
            <a:pathLst>
              <a:path w="1003449" h="1013015" extrusionOk="0">
                <a:moveTo>
                  <a:pt x="0" y="0"/>
                </a:moveTo>
                <a:lnTo>
                  <a:pt x="1003449" y="0"/>
                </a:lnTo>
                <a:lnTo>
                  <a:pt x="998306" y="100639"/>
                </a:lnTo>
                <a:cubicBezTo>
                  <a:pt x="949402" y="576784"/>
                  <a:pt x="566756" y="959471"/>
                  <a:pt x="90663" y="1008380"/>
                </a:cubicBezTo>
                <a:lnTo>
                  <a:pt x="0" y="101301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4" name="Google Shape;214;p16"/>
          <p:cNvSpPr txBox="1">
            <a:spLocks noGrp="1"/>
          </p:cNvSpPr>
          <p:nvPr>
            <p:ph type="title"/>
          </p:nvPr>
        </p:nvSpPr>
        <p:spPr>
          <a:xfrm>
            <a:off x="758952" y="731520"/>
            <a:ext cx="10671000" cy="21264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800"/>
              <a:buFont typeface="Arial Black"/>
              <a:buNone/>
              <a:defRPr>
                <a:solidFill>
                  <a:schemeClr val="accent6"/>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5" name="Google Shape;215;p16"/>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16" name="Google Shape;216;p16"/>
          <p:cNvSpPr/>
          <p:nvPr/>
        </p:nvSpPr>
        <p:spPr>
          <a:xfrm>
            <a:off x="1458332" y="590133"/>
            <a:ext cx="775021" cy="775021"/>
          </a:xfrm>
          <a:custGeom>
            <a:avLst/>
            <a:gdLst/>
            <a:ahLst/>
            <a:cxnLst/>
            <a:rect l="l" t="t" r="r" b="b"/>
            <a:pathLst>
              <a:path w="775021" h="775021" extrusionOk="0">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17" name="Google Shape;217;p16"/>
          <p:cNvSpPr txBox="1">
            <a:spLocks noGrp="1"/>
          </p:cNvSpPr>
          <p:nvPr>
            <p:ph type="body" idx="1"/>
          </p:nvPr>
        </p:nvSpPr>
        <p:spPr>
          <a:xfrm>
            <a:off x="758952" y="2999344"/>
            <a:ext cx="10674000" cy="35385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accent6"/>
              </a:buClr>
              <a:buSzPts val="1800"/>
              <a:buChar char="•"/>
              <a:defRPr sz="1800"/>
            </a:lvl1pPr>
            <a:lvl2pPr marL="914400" lvl="1" indent="-330200" algn="l" rtl="0">
              <a:lnSpc>
                <a:spcPct val="100000"/>
              </a:lnSpc>
              <a:spcBef>
                <a:spcPts val="360"/>
              </a:spcBef>
              <a:spcAft>
                <a:spcPts val="0"/>
              </a:spcAft>
              <a:buClr>
                <a:schemeClr val="accent6"/>
              </a:buClr>
              <a:buSzPts val="1600"/>
              <a:buChar char="•"/>
              <a:defRPr sz="1600"/>
            </a:lvl2pPr>
            <a:lvl3pPr marL="1371600" lvl="2" indent="-317500" algn="l" rtl="0">
              <a:lnSpc>
                <a:spcPct val="100000"/>
              </a:lnSpc>
              <a:spcBef>
                <a:spcPts val="360"/>
              </a:spcBef>
              <a:spcAft>
                <a:spcPts val="0"/>
              </a:spcAft>
              <a:buClr>
                <a:schemeClr val="accent6"/>
              </a:buClr>
              <a:buSzPts val="1400"/>
              <a:buChar char="•"/>
              <a:defRPr sz="1400"/>
            </a:lvl3pPr>
            <a:lvl4pPr marL="1828800" lvl="3" indent="-304800" algn="l" rtl="0">
              <a:lnSpc>
                <a:spcPct val="100000"/>
              </a:lnSpc>
              <a:spcBef>
                <a:spcPts val="360"/>
              </a:spcBef>
              <a:spcAft>
                <a:spcPts val="0"/>
              </a:spcAft>
              <a:buClr>
                <a:schemeClr val="accent6"/>
              </a:buClr>
              <a:buSzPts val="1200"/>
              <a:buChar char="•"/>
              <a:defRPr sz="1200"/>
            </a:lvl4pPr>
            <a:lvl5pPr marL="2286000" lvl="4" indent="-304800" algn="l" rtl="0">
              <a:lnSpc>
                <a:spcPct val="100000"/>
              </a:lnSpc>
              <a:spcBef>
                <a:spcPts val="360"/>
              </a:spcBef>
              <a:spcAft>
                <a:spcPts val="0"/>
              </a:spcAft>
              <a:buClr>
                <a:schemeClr val="accent6"/>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2 Content 1">
  <p:cSld name="Title and 2 Content 1">
    <p:spTree>
      <p:nvGrpSpPr>
        <p:cNvPr id="1" name="Shape 218"/>
        <p:cNvGrpSpPr/>
        <p:nvPr/>
      </p:nvGrpSpPr>
      <p:grpSpPr>
        <a:xfrm>
          <a:off x="0" y="0"/>
          <a:ext cx="0" cy="0"/>
          <a:chOff x="0" y="0"/>
          <a:chExt cx="0" cy="0"/>
        </a:xfrm>
      </p:grpSpPr>
      <p:sp>
        <p:nvSpPr>
          <p:cNvPr id="219" name="Google Shape;219;p17"/>
          <p:cNvSpPr txBox="1">
            <a:spLocks noGrp="1"/>
          </p:cNvSpPr>
          <p:nvPr>
            <p:ph type="title"/>
          </p:nvPr>
        </p:nvSpPr>
        <p:spPr>
          <a:xfrm>
            <a:off x="3986784" y="731520"/>
            <a:ext cx="7439100" cy="18288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0" name="Google Shape;220;p17"/>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21" name="Google Shape;221;p17"/>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222" name="Google Shape;222;p17"/>
          <p:cNvPicPr preferRelativeResize="0"/>
          <p:nvPr/>
        </p:nvPicPr>
        <p:blipFill rotWithShape="1">
          <a:blip r:embed="rId2">
            <a:alphaModFix/>
          </a:blip>
          <a:srcRect/>
          <a:stretch/>
        </p:blipFill>
        <p:spPr>
          <a:xfrm>
            <a:off x="1703311" y="-2784"/>
            <a:ext cx="1734409" cy="5167313"/>
          </a:xfrm>
          <a:prstGeom prst="rect">
            <a:avLst/>
          </a:prstGeom>
          <a:noFill/>
          <a:ln>
            <a:noFill/>
          </a:ln>
        </p:spPr>
      </p:pic>
      <p:sp>
        <p:nvSpPr>
          <p:cNvPr id="223" name="Google Shape;223;p17"/>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82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24" name="Google Shape;224;p17"/>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225" name="Google Shape;225;p17"/>
          <p:cNvPicPr preferRelativeResize="0"/>
          <p:nvPr/>
        </p:nvPicPr>
        <p:blipFill rotWithShape="1">
          <a:blip r:embed="rId3">
            <a:alphaModFix/>
          </a:blip>
          <a:srcRect/>
          <a:stretch/>
        </p:blipFill>
        <p:spPr>
          <a:xfrm>
            <a:off x="1718457" y="3440504"/>
            <a:ext cx="1719263" cy="1724025"/>
          </a:xfrm>
          <a:prstGeom prst="rect">
            <a:avLst/>
          </a:prstGeom>
          <a:noFill/>
          <a:ln>
            <a:noFill/>
          </a:ln>
        </p:spPr>
      </p:pic>
      <p:sp>
        <p:nvSpPr>
          <p:cNvPr id="226" name="Google Shape;226;p17"/>
          <p:cNvSpPr txBox="1">
            <a:spLocks noGrp="1"/>
          </p:cNvSpPr>
          <p:nvPr>
            <p:ph type="body" idx="1"/>
          </p:nvPr>
        </p:nvSpPr>
        <p:spPr>
          <a:xfrm>
            <a:off x="3986784" y="2733473"/>
            <a:ext cx="3566100" cy="36552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7" name="Google Shape;227;p17"/>
          <p:cNvSpPr txBox="1">
            <a:spLocks noGrp="1"/>
          </p:cNvSpPr>
          <p:nvPr>
            <p:ph type="body" idx="2"/>
          </p:nvPr>
        </p:nvSpPr>
        <p:spPr>
          <a:xfrm>
            <a:off x="7857877" y="2733473"/>
            <a:ext cx="3568200" cy="36552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2">
  <p:cSld name="Comparison 2">
    <p:spTree>
      <p:nvGrpSpPr>
        <p:cNvPr id="1" name="Shape 228"/>
        <p:cNvGrpSpPr/>
        <p:nvPr/>
      </p:nvGrpSpPr>
      <p:grpSpPr>
        <a:xfrm>
          <a:off x="0" y="0"/>
          <a:ext cx="0" cy="0"/>
          <a:chOff x="0" y="0"/>
          <a:chExt cx="0" cy="0"/>
        </a:xfrm>
      </p:grpSpPr>
      <p:sp>
        <p:nvSpPr>
          <p:cNvPr id="229" name="Google Shape;229;p18"/>
          <p:cNvSpPr/>
          <p:nvPr/>
        </p:nvSpPr>
        <p:spPr>
          <a:xfrm>
            <a:off x="760476" y="2882325"/>
            <a:ext cx="5029200" cy="3505981"/>
          </a:xfrm>
          <a:custGeom>
            <a:avLst/>
            <a:gdLst/>
            <a:ahLst/>
            <a:cxnLst/>
            <a:rect l="l" t="t" r="r" b="b"/>
            <a:pathLst>
              <a:path w="5029200" h="3821233" extrusionOk="0">
                <a:moveTo>
                  <a:pt x="0" y="0"/>
                </a:moveTo>
                <a:lnTo>
                  <a:pt x="2048936" y="0"/>
                </a:lnTo>
                <a:lnTo>
                  <a:pt x="2048256" y="6744"/>
                </a:lnTo>
                <a:cubicBezTo>
                  <a:pt x="2048256" y="264299"/>
                  <a:pt x="2257045" y="473088"/>
                  <a:pt x="2514600" y="473088"/>
                </a:cubicBezTo>
                <a:cubicBezTo>
                  <a:pt x="2772155" y="473088"/>
                  <a:pt x="2980944" y="264299"/>
                  <a:pt x="2980944" y="6744"/>
                </a:cubicBezTo>
                <a:lnTo>
                  <a:pt x="2980264" y="0"/>
                </a:lnTo>
                <a:lnTo>
                  <a:pt x="5029200" y="0"/>
                </a:lnTo>
                <a:lnTo>
                  <a:pt x="5029200" y="3821233"/>
                </a:lnTo>
                <a:lnTo>
                  <a:pt x="0" y="3821233"/>
                </a:lnTo>
                <a:close/>
              </a:path>
            </a:pathLst>
          </a:cu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30" name="Google Shape;230;p18"/>
          <p:cNvSpPr/>
          <p:nvPr/>
        </p:nvSpPr>
        <p:spPr>
          <a:xfrm>
            <a:off x="6396827" y="2894358"/>
            <a:ext cx="5029200" cy="3505981"/>
          </a:xfrm>
          <a:custGeom>
            <a:avLst/>
            <a:gdLst/>
            <a:ahLst/>
            <a:cxnLst/>
            <a:rect l="l" t="t" r="r" b="b"/>
            <a:pathLst>
              <a:path w="5029200" h="3821233" extrusionOk="0">
                <a:moveTo>
                  <a:pt x="0" y="0"/>
                </a:moveTo>
                <a:lnTo>
                  <a:pt x="2048936" y="0"/>
                </a:lnTo>
                <a:lnTo>
                  <a:pt x="2048256" y="6744"/>
                </a:lnTo>
                <a:cubicBezTo>
                  <a:pt x="2048256" y="264299"/>
                  <a:pt x="2257045" y="473088"/>
                  <a:pt x="2514600" y="473088"/>
                </a:cubicBezTo>
                <a:cubicBezTo>
                  <a:pt x="2772155" y="473088"/>
                  <a:pt x="2980944" y="264299"/>
                  <a:pt x="2980944" y="6744"/>
                </a:cubicBezTo>
                <a:lnTo>
                  <a:pt x="2980264" y="0"/>
                </a:lnTo>
                <a:lnTo>
                  <a:pt x="5029200" y="0"/>
                </a:lnTo>
                <a:lnTo>
                  <a:pt x="5029200" y="3821233"/>
                </a:lnTo>
                <a:lnTo>
                  <a:pt x="0" y="3821233"/>
                </a:lnTo>
                <a:close/>
              </a:path>
            </a:pathLst>
          </a:cu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31" name="Google Shape;231;p18"/>
          <p:cNvSpPr txBox="1">
            <a:spLocks noGrp="1"/>
          </p:cNvSpPr>
          <p:nvPr>
            <p:ph type="title"/>
          </p:nvPr>
        </p:nvSpPr>
        <p:spPr>
          <a:xfrm>
            <a:off x="760476" y="731519"/>
            <a:ext cx="10671000" cy="1359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2" name="Google Shape;232;p18"/>
          <p:cNvSpPr/>
          <p:nvPr/>
        </p:nvSpPr>
        <p:spPr>
          <a:xfrm>
            <a:off x="2782396" y="2399324"/>
            <a:ext cx="978000" cy="978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33" name="Google Shape;233;p18"/>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34" name="Google Shape;234;p18"/>
          <p:cNvSpPr>
            <a:spLocks noGrp="1"/>
          </p:cNvSpPr>
          <p:nvPr>
            <p:ph type="pic" idx="2"/>
          </p:nvPr>
        </p:nvSpPr>
        <p:spPr>
          <a:xfrm>
            <a:off x="2905653" y="2522581"/>
            <a:ext cx="731400" cy="731400"/>
          </a:xfrm>
          <a:prstGeom prst="ellipse">
            <a:avLst/>
          </a:prstGeom>
          <a:noFill/>
          <a:ln>
            <a:noFill/>
          </a:ln>
        </p:spPr>
      </p:sp>
      <p:sp>
        <p:nvSpPr>
          <p:cNvPr id="235" name="Google Shape;235;p18"/>
          <p:cNvSpPr txBox="1">
            <a:spLocks noGrp="1"/>
          </p:cNvSpPr>
          <p:nvPr>
            <p:ph type="body" idx="1"/>
          </p:nvPr>
        </p:nvSpPr>
        <p:spPr>
          <a:xfrm>
            <a:off x="949569" y="3351245"/>
            <a:ext cx="4665900" cy="1062300"/>
          </a:xfrm>
          <a:prstGeom prst="rect">
            <a:avLst/>
          </a:prstGeom>
          <a:noFill/>
          <a:ln>
            <a:noFill/>
          </a:ln>
        </p:spPr>
        <p:txBody>
          <a:bodyPr spcFirstLastPara="1" wrap="square" lIns="91425" tIns="137150" rIns="91425" bIns="137150" anchor="ctr" anchorCtr="0">
            <a:noAutofit/>
          </a:bodyPr>
          <a:lstStyle>
            <a:lvl1pPr marL="457200" lvl="0" indent="-228600" algn="ctr"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36" name="Google Shape;236;p18"/>
          <p:cNvSpPr txBox="1">
            <a:spLocks noGrp="1"/>
          </p:cNvSpPr>
          <p:nvPr>
            <p:ph type="body" idx="3"/>
          </p:nvPr>
        </p:nvSpPr>
        <p:spPr>
          <a:xfrm>
            <a:off x="949569" y="4413503"/>
            <a:ext cx="4665900" cy="1801200"/>
          </a:xfrm>
          <a:prstGeom prst="rect">
            <a:avLst/>
          </a:prstGeom>
          <a:noFill/>
          <a:ln>
            <a:noFill/>
          </a:ln>
        </p:spPr>
        <p:txBody>
          <a:bodyPr spcFirstLastPara="1" wrap="square" lIns="45700" tIns="182875"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7" name="Google Shape;237;p18"/>
          <p:cNvSpPr/>
          <p:nvPr/>
        </p:nvSpPr>
        <p:spPr>
          <a:xfrm>
            <a:off x="8422410" y="2399324"/>
            <a:ext cx="978000" cy="978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38" name="Google Shape;238;p18"/>
          <p:cNvSpPr>
            <a:spLocks noGrp="1"/>
          </p:cNvSpPr>
          <p:nvPr>
            <p:ph type="pic" idx="4"/>
          </p:nvPr>
        </p:nvSpPr>
        <p:spPr>
          <a:xfrm>
            <a:off x="8545667" y="2522581"/>
            <a:ext cx="731400" cy="731400"/>
          </a:xfrm>
          <a:prstGeom prst="ellipse">
            <a:avLst/>
          </a:prstGeom>
          <a:solidFill>
            <a:schemeClr val="accent1"/>
          </a:solidFill>
          <a:ln>
            <a:noFill/>
          </a:ln>
        </p:spPr>
      </p:sp>
      <p:sp>
        <p:nvSpPr>
          <p:cNvPr id="239" name="Google Shape;239;p18"/>
          <p:cNvSpPr txBox="1">
            <a:spLocks noGrp="1"/>
          </p:cNvSpPr>
          <p:nvPr>
            <p:ph type="body" idx="5"/>
          </p:nvPr>
        </p:nvSpPr>
        <p:spPr>
          <a:xfrm>
            <a:off x="6601278" y="3351245"/>
            <a:ext cx="4663500" cy="1062300"/>
          </a:xfrm>
          <a:prstGeom prst="rect">
            <a:avLst/>
          </a:prstGeom>
          <a:noFill/>
          <a:ln>
            <a:noFill/>
          </a:ln>
        </p:spPr>
        <p:txBody>
          <a:bodyPr spcFirstLastPara="1" wrap="square" lIns="91425" tIns="137150" rIns="91425" bIns="137150" anchor="ctr" anchorCtr="0">
            <a:noAutofit/>
          </a:bodyPr>
          <a:lstStyle>
            <a:lvl1pPr marL="457200" lvl="0" indent="-228600" algn="ctr"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40" name="Google Shape;240;p18"/>
          <p:cNvSpPr txBox="1">
            <a:spLocks noGrp="1"/>
          </p:cNvSpPr>
          <p:nvPr>
            <p:ph type="body" idx="6"/>
          </p:nvPr>
        </p:nvSpPr>
        <p:spPr>
          <a:xfrm>
            <a:off x="6601278" y="4413503"/>
            <a:ext cx="4663500" cy="1801200"/>
          </a:xfrm>
          <a:prstGeom prst="rect">
            <a:avLst/>
          </a:prstGeom>
          <a:noFill/>
          <a:ln>
            <a:noFill/>
          </a:ln>
        </p:spPr>
        <p:txBody>
          <a:bodyPr spcFirstLastPara="1" wrap="square" lIns="45700" tIns="182875"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2 Content 2">
  <p:cSld name="Title and 2 Content 2">
    <p:spTree>
      <p:nvGrpSpPr>
        <p:cNvPr id="1" name="Shape 241"/>
        <p:cNvGrpSpPr/>
        <p:nvPr/>
      </p:nvGrpSpPr>
      <p:grpSpPr>
        <a:xfrm>
          <a:off x="0" y="0"/>
          <a:ext cx="0" cy="0"/>
          <a:chOff x="0" y="0"/>
          <a:chExt cx="0" cy="0"/>
        </a:xfrm>
      </p:grpSpPr>
      <p:sp>
        <p:nvSpPr>
          <p:cNvPr id="242" name="Google Shape;242;p19"/>
          <p:cNvSpPr/>
          <p:nvPr/>
        </p:nvSpPr>
        <p:spPr>
          <a:xfrm>
            <a:off x="760476" y="2882325"/>
            <a:ext cx="5029200" cy="3505981"/>
          </a:xfrm>
          <a:custGeom>
            <a:avLst/>
            <a:gdLst/>
            <a:ahLst/>
            <a:cxnLst/>
            <a:rect l="l" t="t" r="r" b="b"/>
            <a:pathLst>
              <a:path w="5029200" h="3821233" extrusionOk="0">
                <a:moveTo>
                  <a:pt x="0" y="0"/>
                </a:moveTo>
                <a:lnTo>
                  <a:pt x="2048936" y="0"/>
                </a:lnTo>
                <a:lnTo>
                  <a:pt x="2048256" y="6744"/>
                </a:lnTo>
                <a:cubicBezTo>
                  <a:pt x="2048256" y="264299"/>
                  <a:pt x="2257045" y="473088"/>
                  <a:pt x="2514600" y="473088"/>
                </a:cubicBezTo>
                <a:cubicBezTo>
                  <a:pt x="2772155" y="473088"/>
                  <a:pt x="2980944" y="264299"/>
                  <a:pt x="2980944" y="6744"/>
                </a:cubicBezTo>
                <a:lnTo>
                  <a:pt x="2980264" y="0"/>
                </a:lnTo>
                <a:lnTo>
                  <a:pt x="5029200" y="0"/>
                </a:lnTo>
                <a:lnTo>
                  <a:pt x="5029200" y="3821233"/>
                </a:lnTo>
                <a:lnTo>
                  <a:pt x="0" y="3821233"/>
                </a:lnTo>
                <a:close/>
              </a:path>
            </a:pathLst>
          </a:cu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43" name="Google Shape;243;p19"/>
          <p:cNvSpPr/>
          <p:nvPr/>
        </p:nvSpPr>
        <p:spPr>
          <a:xfrm>
            <a:off x="6396827" y="2894358"/>
            <a:ext cx="5029200" cy="3505981"/>
          </a:xfrm>
          <a:custGeom>
            <a:avLst/>
            <a:gdLst/>
            <a:ahLst/>
            <a:cxnLst/>
            <a:rect l="l" t="t" r="r" b="b"/>
            <a:pathLst>
              <a:path w="5029200" h="3821233" extrusionOk="0">
                <a:moveTo>
                  <a:pt x="0" y="0"/>
                </a:moveTo>
                <a:lnTo>
                  <a:pt x="2048936" y="0"/>
                </a:lnTo>
                <a:lnTo>
                  <a:pt x="2048256" y="6744"/>
                </a:lnTo>
                <a:cubicBezTo>
                  <a:pt x="2048256" y="264299"/>
                  <a:pt x="2257045" y="473088"/>
                  <a:pt x="2514600" y="473088"/>
                </a:cubicBezTo>
                <a:cubicBezTo>
                  <a:pt x="2772155" y="473088"/>
                  <a:pt x="2980944" y="264299"/>
                  <a:pt x="2980944" y="6744"/>
                </a:cubicBezTo>
                <a:lnTo>
                  <a:pt x="2980264" y="0"/>
                </a:lnTo>
                <a:lnTo>
                  <a:pt x="5029200" y="0"/>
                </a:lnTo>
                <a:lnTo>
                  <a:pt x="5029200" y="3821233"/>
                </a:lnTo>
                <a:lnTo>
                  <a:pt x="0" y="3821233"/>
                </a:lnTo>
                <a:close/>
              </a:path>
            </a:pathLst>
          </a:cu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44" name="Google Shape;244;p19"/>
          <p:cNvSpPr txBox="1">
            <a:spLocks noGrp="1"/>
          </p:cNvSpPr>
          <p:nvPr>
            <p:ph type="title"/>
          </p:nvPr>
        </p:nvSpPr>
        <p:spPr>
          <a:xfrm>
            <a:off x="760476" y="731519"/>
            <a:ext cx="10671000" cy="13599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5" name="Google Shape;245;p19"/>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
          <p:cNvSpPr/>
          <p:nvPr/>
        </p:nvSpPr>
        <p:spPr>
          <a:xfrm>
            <a:off x="2782396" y="2399324"/>
            <a:ext cx="978000" cy="978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47" name="Google Shape;247;p19"/>
          <p:cNvSpPr>
            <a:spLocks noGrp="1"/>
          </p:cNvSpPr>
          <p:nvPr>
            <p:ph type="pic" idx="2"/>
          </p:nvPr>
        </p:nvSpPr>
        <p:spPr>
          <a:xfrm>
            <a:off x="2905653" y="2522581"/>
            <a:ext cx="731400" cy="731400"/>
          </a:xfrm>
          <a:prstGeom prst="ellipse">
            <a:avLst/>
          </a:prstGeom>
          <a:noFill/>
          <a:ln>
            <a:noFill/>
          </a:ln>
        </p:spPr>
      </p:sp>
      <p:sp>
        <p:nvSpPr>
          <p:cNvPr id="248" name="Google Shape;248;p19"/>
          <p:cNvSpPr txBox="1">
            <a:spLocks noGrp="1"/>
          </p:cNvSpPr>
          <p:nvPr>
            <p:ph type="body" idx="1"/>
          </p:nvPr>
        </p:nvSpPr>
        <p:spPr>
          <a:xfrm>
            <a:off x="949569" y="3497299"/>
            <a:ext cx="4665900" cy="2717400"/>
          </a:xfrm>
          <a:prstGeom prst="rect">
            <a:avLst/>
          </a:prstGeom>
          <a:noFill/>
          <a:ln>
            <a:noFill/>
          </a:ln>
        </p:spPr>
        <p:txBody>
          <a:bodyPr spcFirstLastPara="1" wrap="square" lIns="45700" tIns="182875"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49" name="Google Shape;249;p19"/>
          <p:cNvSpPr/>
          <p:nvPr/>
        </p:nvSpPr>
        <p:spPr>
          <a:xfrm>
            <a:off x="8422410" y="2399324"/>
            <a:ext cx="978000" cy="978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50" name="Google Shape;250;p19"/>
          <p:cNvSpPr>
            <a:spLocks noGrp="1"/>
          </p:cNvSpPr>
          <p:nvPr>
            <p:ph type="pic" idx="3"/>
          </p:nvPr>
        </p:nvSpPr>
        <p:spPr>
          <a:xfrm>
            <a:off x="8545667" y="2522581"/>
            <a:ext cx="731400" cy="731400"/>
          </a:xfrm>
          <a:prstGeom prst="ellipse">
            <a:avLst/>
          </a:prstGeom>
          <a:solidFill>
            <a:schemeClr val="accent1"/>
          </a:solidFill>
          <a:ln>
            <a:noFill/>
          </a:ln>
        </p:spPr>
      </p:sp>
      <p:sp>
        <p:nvSpPr>
          <p:cNvPr id="251" name="Google Shape;251;p19"/>
          <p:cNvSpPr txBox="1">
            <a:spLocks noGrp="1"/>
          </p:cNvSpPr>
          <p:nvPr>
            <p:ph type="body" idx="4"/>
          </p:nvPr>
        </p:nvSpPr>
        <p:spPr>
          <a:xfrm>
            <a:off x="6601278" y="3497299"/>
            <a:ext cx="4663500" cy="2717400"/>
          </a:xfrm>
          <a:prstGeom prst="rect">
            <a:avLst/>
          </a:prstGeom>
          <a:noFill/>
          <a:ln>
            <a:noFill/>
          </a:ln>
        </p:spPr>
        <p:txBody>
          <a:bodyPr spcFirstLastPara="1" wrap="square" lIns="45700" tIns="182875"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3">
  <p:cSld name="Comparison 3">
    <p:spTree>
      <p:nvGrpSpPr>
        <p:cNvPr id="1" name="Shape 252"/>
        <p:cNvGrpSpPr/>
        <p:nvPr/>
      </p:nvGrpSpPr>
      <p:grpSpPr>
        <a:xfrm>
          <a:off x="0" y="0"/>
          <a:ext cx="0" cy="0"/>
          <a:chOff x="0" y="0"/>
          <a:chExt cx="0" cy="0"/>
        </a:xfrm>
      </p:grpSpPr>
      <p:grpSp>
        <p:nvGrpSpPr>
          <p:cNvPr id="253" name="Google Shape;253;p20"/>
          <p:cNvGrpSpPr/>
          <p:nvPr/>
        </p:nvGrpSpPr>
        <p:grpSpPr>
          <a:xfrm>
            <a:off x="8761800" y="1"/>
            <a:ext cx="3430200" cy="6858000"/>
            <a:chOff x="0" y="1"/>
            <a:chExt cx="3430200" cy="6858000"/>
          </a:xfrm>
        </p:grpSpPr>
        <p:sp>
          <p:nvSpPr>
            <p:cNvPr id="254" name="Google Shape;254;p20"/>
            <p:cNvSpPr/>
            <p:nvPr/>
          </p:nvSpPr>
          <p:spPr>
            <a:xfrm>
              <a:off x="0" y="3427336"/>
              <a:ext cx="3430200" cy="3430665"/>
            </a:xfrm>
            <a:custGeom>
              <a:avLst/>
              <a:gdLst/>
              <a:ahLst/>
              <a:cxnLst/>
              <a:rect l="l" t="t" r="r" b="b"/>
              <a:pathLst>
                <a:path w="3430200" h="3430665" extrusionOk="0">
                  <a:moveTo>
                    <a:pt x="0" y="0"/>
                  </a:moveTo>
                  <a:lnTo>
                    <a:pt x="3430200" y="0"/>
                  </a:lnTo>
                  <a:lnTo>
                    <a:pt x="3430200" y="3430665"/>
                  </a:lnTo>
                  <a:lnTo>
                    <a:pt x="0" y="343066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55" name="Google Shape;255;p20"/>
            <p:cNvSpPr/>
            <p:nvPr/>
          </p:nvSpPr>
          <p:spPr>
            <a:xfrm>
              <a:off x="0" y="3427336"/>
              <a:ext cx="3430200" cy="3430665"/>
            </a:xfrm>
            <a:custGeom>
              <a:avLst/>
              <a:gdLst/>
              <a:ahLst/>
              <a:cxnLst/>
              <a:rect l="l" t="t" r="r" b="b"/>
              <a:pathLst>
                <a:path w="3430200" h="3430665" extrusionOk="0">
                  <a:moveTo>
                    <a:pt x="3430200" y="0"/>
                  </a:moveTo>
                  <a:lnTo>
                    <a:pt x="3430200" y="3430665"/>
                  </a:lnTo>
                  <a:lnTo>
                    <a:pt x="0" y="3430665"/>
                  </a:lnTo>
                  <a:lnTo>
                    <a:pt x="0" y="341753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56" name="Google Shape;256;p20"/>
            <p:cNvSpPr/>
            <p:nvPr/>
          </p:nvSpPr>
          <p:spPr>
            <a:xfrm>
              <a:off x="1" y="1"/>
              <a:ext cx="3423785" cy="3437345"/>
            </a:xfrm>
            <a:custGeom>
              <a:avLst/>
              <a:gdLst/>
              <a:ahLst/>
              <a:cxnLst/>
              <a:rect l="l" t="t" r="r" b="b"/>
              <a:pathLst>
                <a:path w="3423785" h="3437345" extrusionOk="0">
                  <a:moveTo>
                    <a:pt x="0" y="0"/>
                  </a:moveTo>
                  <a:lnTo>
                    <a:pt x="3423785" y="0"/>
                  </a:lnTo>
                  <a:lnTo>
                    <a:pt x="3423785" y="3437345"/>
                  </a:lnTo>
                  <a:lnTo>
                    <a:pt x="0" y="343734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57" name="Google Shape;257;p20"/>
            <p:cNvSpPr/>
            <p:nvPr/>
          </p:nvSpPr>
          <p:spPr>
            <a:xfrm>
              <a:off x="1" y="869"/>
              <a:ext cx="3423785" cy="3436477"/>
            </a:xfrm>
            <a:custGeom>
              <a:avLst/>
              <a:gdLst/>
              <a:ahLst/>
              <a:cxnLst/>
              <a:rect l="l" t="t" r="r" b="b"/>
              <a:pathLst>
                <a:path w="3423785" h="3436477" extrusionOk="0">
                  <a:moveTo>
                    <a:pt x="0" y="0"/>
                  </a:moveTo>
                  <a:lnTo>
                    <a:pt x="3423785" y="3436477"/>
                  </a:lnTo>
                  <a:lnTo>
                    <a:pt x="0" y="343647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grpSp>
      <p:sp>
        <p:nvSpPr>
          <p:cNvPr id="258" name="Google Shape;258;p20"/>
          <p:cNvSpPr txBox="1">
            <a:spLocks noGrp="1"/>
          </p:cNvSpPr>
          <p:nvPr>
            <p:ph type="title"/>
          </p:nvPr>
        </p:nvSpPr>
        <p:spPr>
          <a:xfrm>
            <a:off x="914400" y="731520"/>
            <a:ext cx="7439100" cy="18288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9" name="Google Shape;259;p20"/>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60" name="Google Shape;260;p20"/>
          <p:cNvSpPr txBox="1">
            <a:spLocks noGrp="1"/>
          </p:cNvSpPr>
          <p:nvPr>
            <p:ph type="body" idx="1"/>
          </p:nvPr>
        </p:nvSpPr>
        <p:spPr>
          <a:xfrm>
            <a:off x="914400" y="2567535"/>
            <a:ext cx="3566100" cy="12609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61" name="Google Shape;261;p20"/>
          <p:cNvSpPr txBox="1">
            <a:spLocks noGrp="1"/>
          </p:cNvSpPr>
          <p:nvPr>
            <p:ph type="body" idx="2"/>
          </p:nvPr>
        </p:nvSpPr>
        <p:spPr>
          <a:xfrm>
            <a:off x="914400" y="3828288"/>
            <a:ext cx="3566100" cy="25605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2" name="Google Shape;262;p20"/>
          <p:cNvSpPr txBox="1">
            <a:spLocks noGrp="1"/>
          </p:cNvSpPr>
          <p:nvPr>
            <p:ph type="body" idx="3"/>
          </p:nvPr>
        </p:nvSpPr>
        <p:spPr>
          <a:xfrm>
            <a:off x="4782159" y="2567535"/>
            <a:ext cx="3568200" cy="1260900"/>
          </a:xfrm>
          <a:prstGeom prst="rect">
            <a:avLst/>
          </a:prstGeom>
          <a:noFill/>
          <a:ln>
            <a:noFill/>
          </a:ln>
        </p:spPr>
        <p:txBody>
          <a:bodyPr spcFirstLastPara="1" wrap="square" lIns="91425" tIns="45700" rIns="91425" bIns="45700" anchor="ctr" anchorCtr="0">
            <a:noAutofit/>
          </a:bodyPr>
          <a:lstStyle>
            <a:lvl1pPr marL="457200" lvl="0" indent="-228600" algn="l" rtl="0">
              <a:lnSpc>
                <a:spcPct val="100000"/>
              </a:lnSpc>
              <a:spcBef>
                <a:spcPts val="0"/>
              </a:spcBef>
              <a:spcAft>
                <a:spcPts val="0"/>
              </a:spcAft>
              <a:buClr>
                <a:schemeClr val="accent6"/>
              </a:buClr>
              <a:buSzPts val="1800"/>
              <a:buNone/>
              <a:defRPr sz="1800" b="0" cap="none">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63" name="Google Shape;263;p20"/>
          <p:cNvSpPr txBox="1">
            <a:spLocks noGrp="1"/>
          </p:cNvSpPr>
          <p:nvPr>
            <p:ph type="body" idx="4"/>
          </p:nvPr>
        </p:nvSpPr>
        <p:spPr>
          <a:xfrm>
            <a:off x="4782159" y="3828288"/>
            <a:ext cx="3568200" cy="25605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1000"/>
              </a:spcBef>
              <a:spcAft>
                <a:spcPts val="0"/>
              </a:spcAft>
              <a:buClr>
                <a:schemeClr val="accent6"/>
              </a:buClr>
              <a:buSzPts val="1400"/>
              <a:buChar char="•"/>
              <a:defRPr sz="1400"/>
            </a:lvl1pPr>
            <a:lvl2pPr marL="914400" lvl="1" indent="-304800" algn="l" rtl="0">
              <a:lnSpc>
                <a:spcPct val="100000"/>
              </a:lnSpc>
              <a:spcBef>
                <a:spcPts val="1000"/>
              </a:spcBef>
              <a:spcAft>
                <a:spcPts val="0"/>
              </a:spcAft>
              <a:buClr>
                <a:schemeClr val="accent6"/>
              </a:buClr>
              <a:buSzPts val="1200"/>
              <a:buChar char="•"/>
              <a:defRPr sz="1200"/>
            </a:lvl2pPr>
            <a:lvl3pPr marL="1371600" lvl="2" indent="-298450" algn="l" rtl="0">
              <a:lnSpc>
                <a:spcPct val="100000"/>
              </a:lnSpc>
              <a:spcBef>
                <a:spcPts val="1000"/>
              </a:spcBef>
              <a:spcAft>
                <a:spcPts val="0"/>
              </a:spcAft>
              <a:buClr>
                <a:schemeClr val="accent6"/>
              </a:buClr>
              <a:buSzPts val="1100"/>
              <a:buChar char="•"/>
              <a:defRPr sz="1100"/>
            </a:lvl3pPr>
            <a:lvl4pPr marL="1828800" lvl="3" indent="-298450" algn="l" rtl="0">
              <a:lnSpc>
                <a:spcPct val="100000"/>
              </a:lnSpc>
              <a:spcBef>
                <a:spcPts val="1000"/>
              </a:spcBef>
              <a:spcAft>
                <a:spcPts val="0"/>
              </a:spcAft>
              <a:buClr>
                <a:schemeClr val="accent6"/>
              </a:buClr>
              <a:buSzPts val="1100"/>
              <a:buChar char="•"/>
              <a:defRPr sz="1100"/>
            </a:lvl4pPr>
            <a:lvl5pPr marL="2286000" lvl="4" indent="-298450" algn="l" rtl="0">
              <a:lnSpc>
                <a:spcPct val="100000"/>
              </a:lnSpc>
              <a:spcBef>
                <a:spcPts val="100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3 Column">
  <p:cSld name="Title and 3 Column">
    <p:spTree>
      <p:nvGrpSpPr>
        <p:cNvPr id="1" name="Shape 264"/>
        <p:cNvGrpSpPr/>
        <p:nvPr/>
      </p:nvGrpSpPr>
      <p:grpSpPr>
        <a:xfrm>
          <a:off x="0" y="0"/>
          <a:ext cx="0" cy="0"/>
          <a:chOff x="0" y="0"/>
          <a:chExt cx="0" cy="0"/>
        </a:xfrm>
      </p:grpSpPr>
      <p:sp>
        <p:nvSpPr>
          <p:cNvPr id="265" name="Google Shape;265;p21"/>
          <p:cNvSpPr txBox="1">
            <a:spLocks noGrp="1"/>
          </p:cNvSpPr>
          <p:nvPr>
            <p:ph type="title"/>
          </p:nvPr>
        </p:nvSpPr>
        <p:spPr>
          <a:xfrm>
            <a:off x="758952" y="731520"/>
            <a:ext cx="10671000" cy="13716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66" name="Google Shape;266;p21"/>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67" name="Google Shape;267;p21"/>
          <p:cNvSpPr/>
          <p:nvPr/>
        </p:nvSpPr>
        <p:spPr>
          <a:xfrm>
            <a:off x="1874333" y="2396422"/>
            <a:ext cx="978000" cy="9780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68" name="Google Shape;268;p21"/>
          <p:cNvSpPr>
            <a:spLocks noGrp="1"/>
          </p:cNvSpPr>
          <p:nvPr>
            <p:ph type="pic" idx="2"/>
          </p:nvPr>
        </p:nvSpPr>
        <p:spPr>
          <a:xfrm>
            <a:off x="1997590" y="2519679"/>
            <a:ext cx="731400" cy="731400"/>
          </a:xfrm>
          <a:prstGeom prst="ellipse">
            <a:avLst/>
          </a:prstGeom>
          <a:noFill/>
          <a:ln>
            <a:noFill/>
          </a:ln>
        </p:spPr>
      </p:sp>
      <p:sp>
        <p:nvSpPr>
          <p:cNvPr id="269" name="Google Shape;269;p21"/>
          <p:cNvSpPr txBox="1">
            <a:spLocks noGrp="1"/>
          </p:cNvSpPr>
          <p:nvPr>
            <p:ph type="body" idx="1"/>
          </p:nvPr>
        </p:nvSpPr>
        <p:spPr>
          <a:xfrm>
            <a:off x="713232" y="2885439"/>
            <a:ext cx="3328500" cy="3564000"/>
          </a:xfrm>
          <a:prstGeom prst="rect">
            <a:avLst/>
          </a:prstGeom>
          <a:noFill/>
          <a:ln w="12700" cap="flat" cmpd="sng">
            <a:solidFill>
              <a:schemeClr val="accent3"/>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rtl="0">
              <a:lnSpc>
                <a:spcPct val="100000"/>
              </a:lnSpc>
              <a:spcBef>
                <a:spcPts val="0"/>
              </a:spcBef>
              <a:spcAft>
                <a:spcPts val="0"/>
              </a:spcAft>
              <a:buClr>
                <a:schemeClr val="accent6"/>
              </a:buClr>
              <a:buSzPts val="1800"/>
              <a:buNone/>
              <a:defRPr sz="1800" b="1" cap="none">
                <a:solidFill>
                  <a:schemeClr val="accent6"/>
                </a:solidFill>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70" name="Google Shape;270;p21"/>
          <p:cNvSpPr txBox="1">
            <a:spLocks noGrp="1"/>
          </p:cNvSpPr>
          <p:nvPr>
            <p:ph type="body" idx="3"/>
          </p:nvPr>
        </p:nvSpPr>
        <p:spPr>
          <a:xfrm>
            <a:off x="992124" y="4572000"/>
            <a:ext cx="2770500" cy="1734000"/>
          </a:xfrm>
          <a:prstGeom prst="rect">
            <a:avLst/>
          </a:prstGeom>
          <a:noFill/>
          <a:ln>
            <a:noFill/>
          </a:ln>
        </p:spPr>
        <p:txBody>
          <a:bodyPr spcFirstLastPara="1" wrap="square" lIns="91425" tIns="45700" rIns="91425" bIns="45700" anchor="t" anchorCtr="0">
            <a:normAutofit/>
          </a:bodyPr>
          <a:lstStyle>
            <a:lvl1pPr marL="457200" lvl="0" indent="-317500" algn="l" rtl="0">
              <a:lnSpc>
                <a:spcPct val="100000"/>
              </a:lnSpc>
              <a:spcBef>
                <a:spcPts val="360"/>
              </a:spcBef>
              <a:spcAft>
                <a:spcPts val="0"/>
              </a:spcAft>
              <a:buClr>
                <a:schemeClr val="accent6"/>
              </a:buClr>
              <a:buSzPts val="1400"/>
              <a:buFont typeface="Arial"/>
              <a:buChar char="•"/>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1" name="Google Shape;271;p21"/>
          <p:cNvSpPr/>
          <p:nvPr/>
        </p:nvSpPr>
        <p:spPr>
          <a:xfrm>
            <a:off x="5611431" y="2395603"/>
            <a:ext cx="978000" cy="9780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72" name="Google Shape;272;p21"/>
          <p:cNvSpPr>
            <a:spLocks noGrp="1"/>
          </p:cNvSpPr>
          <p:nvPr>
            <p:ph type="pic" idx="4"/>
          </p:nvPr>
        </p:nvSpPr>
        <p:spPr>
          <a:xfrm>
            <a:off x="5734688" y="2518860"/>
            <a:ext cx="731400" cy="731400"/>
          </a:xfrm>
          <a:prstGeom prst="ellipse">
            <a:avLst/>
          </a:prstGeom>
          <a:noFill/>
          <a:ln>
            <a:noFill/>
          </a:ln>
        </p:spPr>
      </p:sp>
      <p:sp>
        <p:nvSpPr>
          <p:cNvPr id="273" name="Google Shape;273;p21"/>
          <p:cNvSpPr txBox="1">
            <a:spLocks noGrp="1"/>
          </p:cNvSpPr>
          <p:nvPr>
            <p:ph type="body" idx="5"/>
          </p:nvPr>
        </p:nvSpPr>
        <p:spPr>
          <a:xfrm>
            <a:off x="4443984" y="2890519"/>
            <a:ext cx="3328500" cy="3558900"/>
          </a:xfrm>
          <a:prstGeom prst="rect">
            <a:avLst/>
          </a:prstGeom>
          <a:noFill/>
          <a:ln w="12700" cap="flat" cmpd="sng">
            <a:solidFill>
              <a:schemeClr val="accent1"/>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rtl="0">
              <a:lnSpc>
                <a:spcPct val="100000"/>
              </a:lnSpc>
              <a:spcBef>
                <a:spcPts val="0"/>
              </a:spcBef>
              <a:spcAft>
                <a:spcPts val="0"/>
              </a:spcAft>
              <a:buClr>
                <a:schemeClr val="accent6"/>
              </a:buClr>
              <a:buSzPts val="1800"/>
              <a:buNone/>
              <a:defRPr sz="1800" b="1" cap="none">
                <a:solidFill>
                  <a:schemeClr val="accent6"/>
                </a:solidFill>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74" name="Google Shape;274;p21"/>
          <p:cNvSpPr txBox="1">
            <a:spLocks noGrp="1"/>
          </p:cNvSpPr>
          <p:nvPr>
            <p:ph type="body" idx="6"/>
          </p:nvPr>
        </p:nvSpPr>
        <p:spPr>
          <a:xfrm>
            <a:off x="4722876" y="4572000"/>
            <a:ext cx="2770500" cy="1734000"/>
          </a:xfrm>
          <a:prstGeom prst="rect">
            <a:avLst/>
          </a:prstGeom>
          <a:noFill/>
          <a:ln>
            <a:noFill/>
          </a:ln>
        </p:spPr>
        <p:txBody>
          <a:bodyPr spcFirstLastPara="1" wrap="square" lIns="91425" tIns="45700" rIns="91425" bIns="45700" anchor="t" anchorCtr="0">
            <a:normAutofit/>
          </a:bodyPr>
          <a:lstStyle>
            <a:lvl1pPr marL="457200" lvl="0" indent="-317500" algn="l" rtl="0">
              <a:lnSpc>
                <a:spcPct val="100000"/>
              </a:lnSpc>
              <a:spcBef>
                <a:spcPts val="360"/>
              </a:spcBef>
              <a:spcAft>
                <a:spcPts val="0"/>
              </a:spcAft>
              <a:buClr>
                <a:schemeClr val="accent6"/>
              </a:buClr>
              <a:buSzPts val="1400"/>
              <a:buFont typeface="Arial"/>
              <a:buChar char="•"/>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5" name="Google Shape;275;p21"/>
          <p:cNvSpPr/>
          <p:nvPr/>
        </p:nvSpPr>
        <p:spPr>
          <a:xfrm>
            <a:off x="9249532" y="2395603"/>
            <a:ext cx="978000" cy="9780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276" name="Google Shape;276;p21"/>
          <p:cNvSpPr>
            <a:spLocks noGrp="1"/>
          </p:cNvSpPr>
          <p:nvPr>
            <p:ph type="pic" idx="7"/>
          </p:nvPr>
        </p:nvSpPr>
        <p:spPr>
          <a:xfrm>
            <a:off x="9372789" y="2518860"/>
            <a:ext cx="731400" cy="731400"/>
          </a:xfrm>
          <a:prstGeom prst="ellipse">
            <a:avLst/>
          </a:prstGeom>
          <a:noFill/>
          <a:ln>
            <a:noFill/>
          </a:ln>
        </p:spPr>
      </p:sp>
      <p:sp>
        <p:nvSpPr>
          <p:cNvPr id="277" name="Google Shape;277;p21"/>
          <p:cNvSpPr txBox="1">
            <a:spLocks noGrp="1"/>
          </p:cNvSpPr>
          <p:nvPr>
            <p:ph type="body" idx="8"/>
          </p:nvPr>
        </p:nvSpPr>
        <p:spPr>
          <a:xfrm>
            <a:off x="8092440" y="2891789"/>
            <a:ext cx="3328500" cy="3557400"/>
          </a:xfrm>
          <a:prstGeom prst="rect">
            <a:avLst/>
          </a:prstGeom>
          <a:noFill/>
          <a:ln w="12700" cap="flat" cmpd="sng">
            <a:solidFill>
              <a:schemeClr val="accent4"/>
            </a:solidFill>
            <a:prstDash val="solid"/>
            <a:round/>
            <a:headEnd type="none" w="sm" len="sm"/>
            <a:tailEnd type="none" w="sm" len="sm"/>
          </a:ln>
        </p:spPr>
        <p:txBody>
          <a:bodyPr spcFirstLastPara="1" wrap="square" lIns="91425" tIns="685800" rIns="91425" bIns="45700" anchor="t" anchorCtr="0">
            <a:noAutofit/>
          </a:bodyPr>
          <a:lstStyle>
            <a:lvl1pPr marL="457200" lvl="0" indent="-228600" algn="ctr" rtl="0">
              <a:lnSpc>
                <a:spcPct val="100000"/>
              </a:lnSpc>
              <a:spcBef>
                <a:spcPts val="0"/>
              </a:spcBef>
              <a:spcAft>
                <a:spcPts val="0"/>
              </a:spcAft>
              <a:buClr>
                <a:schemeClr val="accent6"/>
              </a:buClr>
              <a:buSzPts val="1800"/>
              <a:buNone/>
              <a:defRPr sz="1800" b="1" cap="none">
                <a:solidFill>
                  <a:schemeClr val="accent6"/>
                </a:solidFill>
                <a:latin typeface="Arial Black"/>
                <a:ea typeface="Arial Black"/>
                <a:cs typeface="Arial Black"/>
                <a:sym typeface="Arial Black"/>
              </a:defRPr>
            </a:lvl1pPr>
            <a:lvl2pPr marL="914400" lvl="1" indent="-228600" algn="l" rtl="0">
              <a:lnSpc>
                <a:spcPct val="100000"/>
              </a:lnSpc>
              <a:spcBef>
                <a:spcPts val="360"/>
              </a:spcBef>
              <a:spcAft>
                <a:spcPts val="0"/>
              </a:spcAft>
              <a:buClr>
                <a:schemeClr val="accent6"/>
              </a:buClr>
              <a:buSzPts val="2000"/>
              <a:buNone/>
              <a:defRPr sz="2000" b="1"/>
            </a:lvl2pPr>
            <a:lvl3pPr marL="1371600" lvl="2" indent="-228600" algn="l" rtl="0">
              <a:lnSpc>
                <a:spcPct val="100000"/>
              </a:lnSpc>
              <a:spcBef>
                <a:spcPts val="360"/>
              </a:spcBef>
              <a:spcAft>
                <a:spcPts val="0"/>
              </a:spcAft>
              <a:buClr>
                <a:schemeClr val="accent6"/>
              </a:buClr>
              <a:buSzPts val="1800"/>
              <a:buNone/>
              <a:defRPr sz="1800" b="1"/>
            </a:lvl3pPr>
            <a:lvl4pPr marL="1828800" lvl="3" indent="-228600" algn="l" rtl="0">
              <a:lnSpc>
                <a:spcPct val="100000"/>
              </a:lnSpc>
              <a:spcBef>
                <a:spcPts val="360"/>
              </a:spcBef>
              <a:spcAft>
                <a:spcPts val="0"/>
              </a:spcAft>
              <a:buClr>
                <a:schemeClr val="accent6"/>
              </a:buClr>
              <a:buSzPts val="1600"/>
              <a:buNone/>
              <a:defRPr sz="1600" b="1"/>
            </a:lvl4pPr>
            <a:lvl5pPr marL="2286000" lvl="4" indent="-228600" algn="l" rtl="0">
              <a:lnSpc>
                <a:spcPct val="100000"/>
              </a:lnSpc>
              <a:spcBef>
                <a:spcPts val="360"/>
              </a:spcBef>
              <a:spcAft>
                <a:spcPts val="0"/>
              </a:spcAft>
              <a:buClr>
                <a:schemeClr val="accent6"/>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278" name="Google Shape;278;p21"/>
          <p:cNvSpPr txBox="1">
            <a:spLocks noGrp="1"/>
          </p:cNvSpPr>
          <p:nvPr>
            <p:ph type="body" idx="9"/>
          </p:nvPr>
        </p:nvSpPr>
        <p:spPr>
          <a:xfrm>
            <a:off x="8371332" y="4572000"/>
            <a:ext cx="2770500" cy="1734000"/>
          </a:xfrm>
          <a:prstGeom prst="rect">
            <a:avLst/>
          </a:prstGeom>
          <a:noFill/>
          <a:ln>
            <a:noFill/>
          </a:ln>
        </p:spPr>
        <p:txBody>
          <a:bodyPr spcFirstLastPara="1" wrap="square" lIns="91425" tIns="45700" rIns="91425" bIns="45700" anchor="t" anchorCtr="0">
            <a:normAutofit/>
          </a:bodyPr>
          <a:lstStyle>
            <a:lvl1pPr marL="457200" lvl="0" indent="-317500" algn="l" rtl="0">
              <a:lnSpc>
                <a:spcPct val="100000"/>
              </a:lnSpc>
              <a:spcBef>
                <a:spcPts val="360"/>
              </a:spcBef>
              <a:spcAft>
                <a:spcPts val="0"/>
              </a:spcAft>
              <a:buClr>
                <a:schemeClr val="accent6"/>
              </a:buClr>
              <a:buSzPts val="1400"/>
              <a:buFont typeface="Arial"/>
              <a:buChar char="•"/>
              <a:defRPr sz="1400"/>
            </a:lvl1pPr>
            <a:lvl2pPr marL="914400" lvl="1" indent="-342900" algn="l" rtl="0">
              <a:lnSpc>
                <a:spcPct val="100000"/>
              </a:lnSpc>
              <a:spcBef>
                <a:spcPts val="360"/>
              </a:spcBef>
              <a:spcAft>
                <a:spcPts val="0"/>
              </a:spcAft>
              <a:buClr>
                <a:schemeClr val="accent6"/>
              </a:buClr>
              <a:buSzPts val="1800"/>
              <a:buChar char="•"/>
              <a:defRPr/>
            </a:lvl2pPr>
            <a:lvl3pPr marL="1371600" lvl="2" indent="-342900" algn="l" rtl="0">
              <a:lnSpc>
                <a:spcPct val="100000"/>
              </a:lnSpc>
              <a:spcBef>
                <a:spcPts val="360"/>
              </a:spcBef>
              <a:spcAft>
                <a:spcPts val="0"/>
              </a:spcAft>
              <a:buClr>
                <a:schemeClr val="accent6"/>
              </a:buClr>
              <a:buSzPts val="1800"/>
              <a:buChar char="•"/>
              <a:defRPr/>
            </a:lvl3pPr>
            <a:lvl4pPr marL="1828800" lvl="3" indent="-342900" algn="l" rtl="0">
              <a:lnSpc>
                <a:spcPct val="100000"/>
              </a:lnSpc>
              <a:spcBef>
                <a:spcPts val="360"/>
              </a:spcBef>
              <a:spcAft>
                <a:spcPts val="0"/>
              </a:spcAft>
              <a:buClr>
                <a:schemeClr val="accent6"/>
              </a:buClr>
              <a:buSzPts val="1800"/>
              <a:buChar char="•"/>
              <a:defRPr/>
            </a:lvl4pPr>
            <a:lvl5pPr marL="2286000" lvl="4" indent="-342900" algn="l" rtl="0">
              <a:lnSpc>
                <a:spcPct val="100000"/>
              </a:lnSpc>
              <a:spcBef>
                <a:spcPts val="360"/>
              </a:spcBef>
              <a:spcAft>
                <a:spcPts val="0"/>
              </a:spcAft>
              <a:buClr>
                <a:schemeClr val="accent6"/>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79"/>
        <p:cNvGrpSpPr/>
        <p:nvPr/>
      </p:nvGrpSpPr>
      <p:grpSpPr>
        <a:xfrm>
          <a:off x="0" y="0"/>
          <a:ext cx="0" cy="0"/>
          <a:chOff x="0" y="0"/>
          <a:chExt cx="0" cy="0"/>
        </a:xfrm>
      </p:grpSpPr>
      <p:sp>
        <p:nvSpPr>
          <p:cNvPr id="280" name="Google Shape;280;p22"/>
          <p:cNvSpPr/>
          <p:nvPr/>
        </p:nvSpPr>
        <p:spPr>
          <a:xfrm>
            <a:off x="-5568" y="-2784"/>
            <a:ext cx="3443288" cy="6891337"/>
          </a:xfrm>
          <a:custGeom>
            <a:avLst/>
            <a:gdLst/>
            <a:ahLst/>
            <a:cxnLst/>
            <a:rect l="l" t="t" r="r" b="b"/>
            <a:pathLst>
              <a:path w="3443288" h="6891337" extrusionOk="0">
                <a:moveTo>
                  <a:pt x="3443288" y="0"/>
                </a:moveTo>
                <a:lnTo>
                  <a:pt x="0" y="0"/>
                </a:lnTo>
                <a:lnTo>
                  <a:pt x="0" y="6891338"/>
                </a:lnTo>
                <a:lnTo>
                  <a:pt x="3443288" y="6891338"/>
                </a:lnTo>
                <a:lnTo>
                  <a:pt x="3443288"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281" name="Google Shape;281;p22"/>
          <p:cNvPicPr preferRelativeResize="0"/>
          <p:nvPr/>
        </p:nvPicPr>
        <p:blipFill rotWithShape="1">
          <a:blip r:embed="rId2">
            <a:alphaModFix/>
          </a:blip>
          <a:srcRect/>
          <a:stretch/>
        </p:blipFill>
        <p:spPr>
          <a:xfrm>
            <a:off x="1703311" y="-2784"/>
            <a:ext cx="1734409" cy="5167313"/>
          </a:xfrm>
          <a:prstGeom prst="rect">
            <a:avLst/>
          </a:prstGeom>
          <a:noFill/>
          <a:ln>
            <a:noFill/>
          </a:ln>
        </p:spPr>
      </p:pic>
      <p:sp>
        <p:nvSpPr>
          <p:cNvPr id="282" name="Google Shape;282;p22"/>
          <p:cNvSpPr/>
          <p:nvPr/>
        </p:nvSpPr>
        <p:spPr>
          <a:xfrm>
            <a:off x="1721621" y="-2784"/>
            <a:ext cx="1716115" cy="1720853"/>
          </a:xfrm>
          <a:custGeom>
            <a:avLst/>
            <a:gdLst/>
            <a:ahLst/>
            <a:cxnLst/>
            <a:rect l="l" t="t" r="r" b="b"/>
            <a:pathLst>
              <a:path w="1716115" h="1720853" extrusionOk="0">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lt1">
              <a:alpha val="9882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83" name="Google Shape;283;p22"/>
          <p:cNvSpPr/>
          <p:nvPr/>
        </p:nvSpPr>
        <p:spPr>
          <a:xfrm>
            <a:off x="-5568" y="3440504"/>
            <a:ext cx="3443288" cy="3448050"/>
          </a:xfrm>
          <a:custGeom>
            <a:avLst/>
            <a:gdLst/>
            <a:ahLst/>
            <a:cxnLst/>
            <a:rect l="l" t="t" r="r" b="b"/>
            <a:pathLst>
              <a:path w="3443288" h="3448050" extrusionOk="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pic>
        <p:nvPicPr>
          <p:cNvPr id="284" name="Google Shape;284;p22"/>
          <p:cNvPicPr preferRelativeResize="0"/>
          <p:nvPr/>
        </p:nvPicPr>
        <p:blipFill rotWithShape="1">
          <a:blip r:embed="rId3">
            <a:alphaModFix/>
          </a:blip>
          <a:srcRect/>
          <a:stretch/>
        </p:blipFill>
        <p:spPr>
          <a:xfrm>
            <a:off x="1718457" y="3440504"/>
            <a:ext cx="1719263" cy="1724025"/>
          </a:xfrm>
          <a:prstGeom prst="rect">
            <a:avLst/>
          </a:prstGeom>
          <a:noFill/>
          <a:ln>
            <a:noFill/>
          </a:ln>
        </p:spPr>
      </p:pic>
      <p:sp>
        <p:nvSpPr>
          <p:cNvPr id="285" name="Google Shape;285;p22"/>
          <p:cNvSpPr txBox="1">
            <a:spLocks noGrp="1"/>
          </p:cNvSpPr>
          <p:nvPr>
            <p:ph type="title"/>
          </p:nvPr>
        </p:nvSpPr>
        <p:spPr>
          <a:xfrm>
            <a:off x="3685032" y="755374"/>
            <a:ext cx="7740900" cy="1500000"/>
          </a:xfrm>
          <a:prstGeom prst="rect">
            <a:avLst/>
          </a:prstGeom>
          <a:noFill/>
          <a:ln>
            <a:noFill/>
          </a:ln>
        </p:spPr>
        <p:txBody>
          <a:bodyPr spcFirstLastPara="1" wrap="square" lIns="91425" tIns="45700" rIns="91425" bIns="45700" anchor="b" anchorCtr="0">
            <a:noAutofit/>
          </a:bodyPr>
          <a:lstStyle>
            <a:lvl1pPr lvl="0" algn="l" rtl="0">
              <a:lnSpc>
                <a:spcPct val="100000"/>
              </a:lnSpc>
              <a:spcBef>
                <a:spcPts val="0"/>
              </a:spcBef>
              <a:spcAft>
                <a:spcPts val="0"/>
              </a:spcAft>
              <a:buClr>
                <a:schemeClr val="accent6"/>
              </a:buClr>
              <a:buSzPts val="3800"/>
              <a:buFont typeface="Arial Black"/>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86" name="Google Shape;286;p22"/>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287" name="Google Shape;287;p22"/>
          <p:cNvSpPr txBox="1">
            <a:spLocks noGrp="1"/>
          </p:cNvSpPr>
          <p:nvPr>
            <p:ph type="body" idx="1"/>
          </p:nvPr>
        </p:nvSpPr>
        <p:spPr>
          <a:xfrm>
            <a:off x="3685032" y="2309191"/>
            <a:ext cx="3741900" cy="43023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360"/>
              </a:spcBef>
              <a:spcAft>
                <a:spcPts val="0"/>
              </a:spcAft>
              <a:buClr>
                <a:schemeClr val="accent6"/>
              </a:buClr>
              <a:buSzPts val="1400"/>
              <a:buChar char="•"/>
              <a:defRPr sz="1400"/>
            </a:lvl1pPr>
            <a:lvl2pPr marL="914400" lvl="1" indent="-304800" algn="l" rtl="0">
              <a:lnSpc>
                <a:spcPct val="100000"/>
              </a:lnSpc>
              <a:spcBef>
                <a:spcPts val="360"/>
              </a:spcBef>
              <a:spcAft>
                <a:spcPts val="0"/>
              </a:spcAft>
              <a:buClr>
                <a:schemeClr val="accent6"/>
              </a:buClr>
              <a:buSzPts val="1200"/>
              <a:buChar char="•"/>
              <a:defRPr sz="1200"/>
            </a:lvl2pPr>
            <a:lvl3pPr marL="1371600" lvl="2" indent="-298450" algn="l" rtl="0">
              <a:lnSpc>
                <a:spcPct val="100000"/>
              </a:lnSpc>
              <a:spcBef>
                <a:spcPts val="360"/>
              </a:spcBef>
              <a:spcAft>
                <a:spcPts val="0"/>
              </a:spcAft>
              <a:buClr>
                <a:schemeClr val="accent6"/>
              </a:buClr>
              <a:buSzPts val="1100"/>
              <a:buChar char="•"/>
              <a:defRPr sz="1100"/>
            </a:lvl3pPr>
            <a:lvl4pPr marL="1828800" lvl="3" indent="-298450" algn="l" rtl="0">
              <a:lnSpc>
                <a:spcPct val="100000"/>
              </a:lnSpc>
              <a:spcBef>
                <a:spcPts val="360"/>
              </a:spcBef>
              <a:spcAft>
                <a:spcPts val="0"/>
              </a:spcAft>
              <a:buClr>
                <a:schemeClr val="accent6"/>
              </a:buClr>
              <a:buSzPts val="1100"/>
              <a:buChar char="•"/>
              <a:defRPr sz="1100"/>
            </a:lvl4pPr>
            <a:lvl5pPr marL="2286000" lvl="4" indent="-298450" algn="l" rtl="0">
              <a:lnSpc>
                <a:spcPct val="100000"/>
              </a:lnSpc>
              <a:spcBef>
                <a:spcPts val="36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8" name="Google Shape;288;p22"/>
          <p:cNvSpPr txBox="1">
            <a:spLocks noGrp="1"/>
          </p:cNvSpPr>
          <p:nvPr>
            <p:ph type="body" idx="2"/>
          </p:nvPr>
        </p:nvSpPr>
        <p:spPr>
          <a:xfrm>
            <a:off x="7684539" y="2309191"/>
            <a:ext cx="3741900" cy="4302300"/>
          </a:xfrm>
          <a:prstGeom prst="rect">
            <a:avLst/>
          </a:prstGeom>
          <a:noFill/>
          <a:ln>
            <a:noFill/>
          </a:ln>
        </p:spPr>
        <p:txBody>
          <a:bodyPr spcFirstLastPara="1" wrap="square" lIns="45700" tIns="45700" rIns="45700" bIns="45700" anchor="t" anchorCtr="0">
            <a:normAutofit/>
          </a:bodyPr>
          <a:lstStyle>
            <a:lvl1pPr marL="457200" lvl="0" indent="-317500" algn="l" rtl="0">
              <a:lnSpc>
                <a:spcPct val="100000"/>
              </a:lnSpc>
              <a:spcBef>
                <a:spcPts val="360"/>
              </a:spcBef>
              <a:spcAft>
                <a:spcPts val="0"/>
              </a:spcAft>
              <a:buClr>
                <a:schemeClr val="accent6"/>
              </a:buClr>
              <a:buSzPts val="1400"/>
              <a:buChar char="•"/>
              <a:defRPr sz="1400"/>
            </a:lvl1pPr>
            <a:lvl2pPr marL="914400" lvl="1" indent="-304800" algn="l" rtl="0">
              <a:lnSpc>
                <a:spcPct val="100000"/>
              </a:lnSpc>
              <a:spcBef>
                <a:spcPts val="360"/>
              </a:spcBef>
              <a:spcAft>
                <a:spcPts val="0"/>
              </a:spcAft>
              <a:buClr>
                <a:schemeClr val="accent6"/>
              </a:buClr>
              <a:buSzPts val="1200"/>
              <a:buChar char="•"/>
              <a:defRPr sz="1200"/>
            </a:lvl2pPr>
            <a:lvl3pPr marL="1371600" lvl="2" indent="-298450" algn="l" rtl="0">
              <a:lnSpc>
                <a:spcPct val="100000"/>
              </a:lnSpc>
              <a:spcBef>
                <a:spcPts val="360"/>
              </a:spcBef>
              <a:spcAft>
                <a:spcPts val="0"/>
              </a:spcAft>
              <a:buClr>
                <a:schemeClr val="accent6"/>
              </a:buClr>
              <a:buSzPts val="1100"/>
              <a:buChar char="•"/>
              <a:defRPr sz="1100"/>
            </a:lvl3pPr>
            <a:lvl4pPr marL="1828800" lvl="3" indent="-298450" algn="l" rtl="0">
              <a:lnSpc>
                <a:spcPct val="100000"/>
              </a:lnSpc>
              <a:spcBef>
                <a:spcPts val="360"/>
              </a:spcBef>
              <a:spcAft>
                <a:spcPts val="0"/>
              </a:spcAft>
              <a:buClr>
                <a:schemeClr val="accent6"/>
              </a:buClr>
              <a:buSzPts val="1100"/>
              <a:buChar char="•"/>
              <a:defRPr sz="1100"/>
            </a:lvl4pPr>
            <a:lvl5pPr marL="2286000" lvl="4" indent="-298450" algn="l" rtl="0">
              <a:lnSpc>
                <a:spcPct val="100000"/>
              </a:lnSpc>
              <a:spcBef>
                <a:spcPts val="360"/>
              </a:spcBef>
              <a:spcAft>
                <a:spcPts val="0"/>
              </a:spcAft>
              <a:buClr>
                <a:schemeClr val="accent6"/>
              </a:buClr>
              <a:buSzPts val="1100"/>
              <a:buChar char="•"/>
              <a:defRPr sz="11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9"/>
        <p:cNvGrpSpPr/>
        <p:nvPr/>
      </p:nvGrpSpPr>
      <p:grpSpPr>
        <a:xfrm>
          <a:off x="0" y="0"/>
          <a:ext cx="0" cy="0"/>
          <a:chOff x="0" y="0"/>
          <a:chExt cx="0" cy="0"/>
        </a:xfrm>
      </p:grpSpPr>
      <p:sp>
        <p:nvSpPr>
          <p:cNvPr id="290" name="Google Shape;290;p23"/>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91" name="Google Shape;291;p23"/>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92" name="Google Shape;292;p23"/>
          <p:cNvSpPr txBox="1">
            <a:spLocks noGrp="1"/>
          </p:cNvSpPr>
          <p:nvPr>
            <p:ph type="title"/>
          </p:nvPr>
        </p:nvSpPr>
        <p:spPr>
          <a:xfrm>
            <a:off x="758952" y="731520"/>
            <a:ext cx="10671000" cy="1362000"/>
          </a:xfrm>
          <a:prstGeom prst="rect">
            <a:avLst/>
          </a:prstGeom>
          <a:noFill/>
          <a:ln>
            <a:noFill/>
          </a:ln>
        </p:spPr>
        <p:txBody>
          <a:bodyPr spcFirstLastPara="1" wrap="square" lIns="91425" tIns="45700" rIns="91425" bIns="45700" anchor="ctr" anchorCtr="0">
            <a:noAutofit/>
          </a:bodyPr>
          <a:lstStyle>
            <a:lvl1pPr lvl="0" algn="ctr" rtl="0">
              <a:lnSpc>
                <a:spcPct val="270833"/>
              </a:lnSpc>
              <a:spcBef>
                <a:spcPts val="0"/>
              </a:spcBef>
              <a:spcAft>
                <a:spcPts val="0"/>
              </a:spcAft>
              <a:buClr>
                <a:schemeClr val="accent6"/>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3" name="Google Shape;293;p23"/>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4"/>
        <p:cNvGrpSpPr/>
        <p:nvPr/>
      </p:nvGrpSpPr>
      <p:grpSpPr>
        <a:xfrm>
          <a:off x="0" y="0"/>
          <a:ext cx="0" cy="0"/>
          <a:chOff x="0" y="0"/>
          <a:chExt cx="0" cy="0"/>
        </a:xfrm>
      </p:grpSpPr>
      <p:sp>
        <p:nvSpPr>
          <p:cNvPr id="295" name="Google Shape;295;p24"/>
          <p:cNvSpPr/>
          <p:nvPr/>
        </p:nvSpPr>
        <p:spPr>
          <a:xfrm>
            <a:off x="1" y="0"/>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96" name="Google Shape;296;p24"/>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297" name="Google Shape;297;p24"/>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8"/>
        <p:cNvGrpSpPr/>
        <p:nvPr/>
      </p:nvGrpSpPr>
      <p:grpSpPr>
        <a:xfrm>
          <a:off x="0" y="0"/>
          <a:ext cx="0" cy="0"/>
          <a:chOff x="0" y="0"/>
          <a:chExt cx="0" cy="0"/>
        </a:xfrm>
      </p:grpSpPr>
      <p:sp>
        <p:nvSpPr>
          <p:cNvPr id="299" name="Google Shape;299;p25"/>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00" name="Google Shape;300;p25"/>
          <p:cNvSpPr txBox="1">
            <a:spLocks noGrp="1"/>
          </p:cNvSpPr>
          <p:nvPr>
            <p:ph type="title"/>
          </p:nvPr>
        </p:nvSpPr>
        <p:spPr>
          <a:xfrm>
            <a:off x="758952" y="758952"/>
            <a:ext cx="3932100" cy="15246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200"/>
              <a:buFont typeface="Arial Black"/>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1" name="Google Shape;301;p25"/>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302" name="Google Shape;302;p25"/>
          <p:cNvSpPr txBox="1">
            <a:spLocks noGrp="1"/>
          </p:cNvSpPr>
          <p:nvPr>
            <p:ph type="body" idx="1"/>
          </p:nvPr>
        </p:nvSpPr>
        <p:spPr>
          <a:xfrm>
            <a:off x="758952" y="2286000"/>
            <a:ext cx="3932100" cy="35670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360"/>
              </a:spcBef>
              <a:spcAft>
                <a:spcPts val="0"/>
              </a:spcAft>
              <a:buClr>
                <a:schemeClr val="accent6"/>
              </a:buClr>
              <a:buSzPts val="1600"/>
              <a:buNone/>
              <a:defRPr sz="1600"/>
            </a:lvl1pPr>
            <a:lvl2pPr marL="914400" lvl="1" indent="-228600" algn="l" rtl="0">
              <a:lnSpc>
                <a:spcPct val="100000"/>
              </a:lnSpc>
              <a:spcBef>
                <a:spcPts val="360"/>
              </a:spcBef>
              <a:spcAft>
                <a:spcPts val="0"/>
              </a:spcAft>
              <a:buClr>
                <a:schemeClr val="accent6"/>
              </a:buClr>
              <a:buSzPts val="1400"/>
              <a:buNone/>
              <a:defRPr sz="1400"/>
            </a:lvl2pPr>
            <a:lvl3pPr marL="1371600" lvl="2" indent="-228600" algn="l" rtl="0">
              <a:lnSpc>
                <a:spcPct val="100000"/>
              </a:lnSpc>
              <a:spcBef>
                <a:spcPts val="360"/>
              </a:spcBef>
              <a:spcAft>
                <a:spcPts val="0"/>
              </a:spcAft>
              <a:buClr>
                <a:schemeClr val="accent6"/>
              </a:buClr>
              <a:buSzPts val="1200"/>
              <a:buNone/>
              <a:defRPr sz="1200"/>
            </a:lvl3pPr>
            <a:lvl4pPr marL="1828800" lvl="3" indent="-228600" algn="l" rtl="0">
              <a:lnSpc>
                <a:spcPct val="100000"/>
              </a:lnSpc>
              <a:spcBef>
                <a:spcPts val="360"/>
              </a:spcBef>
              <a:spcAft>
                <a:spcPts val="0"/>
              </a:spcAft>
              <a:buClr>
                <a:schemeClr val="accent6"/>
              </a:buClr>
              <a:buSzPts val="1000"/>
              <a:buNone/>
              <a:defRPr sz="1000"/>
            </a:lvl4pPr>
            <a:lvl5pPr marL="2286000" lvl="4" indent="-228600" algn="l" rtl="0">
              <a:lnSpc>
                <a:spcPct val="100000"/>
              </a:lnSpc>
              <a:spcBef>
                <a:spcPts val="360"/>
              </a:spcBef>
              <a:spcAft>
                <a:spcPts val="0"/>
              </a:spcAft>
              <a:buClr>
                <a:schemeClr val="accent6"/>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303" name="Google Shape;303;p25"/>
          <p:cNvSpPr txBox="1">
            <a:spLocks noGrp="1"/>
          </p:cNvSpPr>
          <p:nvPr>
            <p:ph type="body" idx="2"/>
          </p:nvPr>
        </p:nvSpPr>
        <p:spPr>
          <a:xfrm>
            <a:off x="5183187" y="741459"/>
            <a:ext cx="6242700" cy="5119500"/>
          </a:xfrm>
          <a:prstGeom prst="rect">
            <a:avLst/>
          </a:prstGeom>
          <a:noFill/>
          <a:ln>
            <a:noFill/>
          </a:ln>
        </p:spPr>
        <p:txBody>
          <a:bodyPr spcFirstLastPara="1" wrap="square" lIns="91425" tIns="45700" rIns="91425" bIns="45700" anchor="t" anchorCtr="0">
            <a:normAutofit/>
          </a:bodyPr>
          <a:lstStyle>
            <a:lvl1pPr marL="457200" lvl="0" indent="-431800" algn="l" rtl="0">
              <a:lnSpc>
                <a:spcPct val="100000"/>
              </a:lnSpc>
              <a:spcBef>
                <a:spcPts val="360"/>
              </a:spcBef>
              <a:spcAft>
                <a:spcPts val="0"/>
              </a:spcAft>
              <a:buClr>
                <a:schemeClr val="accent6"/>
              </a:buClr>
              <a:buSzPts val="3200"/>
              <a:buChar char="•"/>
              <a:defRPr sz="3200"/>
            </a:lvl1pPr>
            <a:lvl2pPr marL="914400" lvl="1" indent="-406400" algn="l" rtl="0">
              <a:lnSpc>
                <a:spcPct val="100000"/>
              </a:lnSpc>
              <a:spcBef>
                <a:spcPts val="360"/>
              </a:spcBef>
              <a:spcAft>
                <a:spcPts val="0"/>
              </a:spcAft>
              <a:buClr>
                <a:schemeClr val="accent6"/>
              </a:buClr>
              <a:buSzPts val="2800"/>
              <a:buChar char="•"/>
              <a:defRPr sz="2800"/>
            </a:lvl2pPr>
            <a:lvl3pPr marL="1371600" lvl="2" indent="-381000" algn="l" rtl="0">
              <a:lnSpc>
                <a:spcPct val="100000"/>
              </a:lnSpc>
              <a:spcBef>
                <a:spcPts val="360"/>
              </a:spcBef>
              <a:spcAft>
                <a:spcPts val="0"/>
              </a:spcAft>
              <a:buClr>
                <a:schemeClr val="accent6"/>
              </a:buClr>
              <a:buSzPts val="2400"/>
              <a:buChar char="•"/>
              <a:defRPr sz="2400"/>
            </a:lvl3pPr>
            <a:lvl4pPr marL="1828800" lvl="3" indent="-355600" algn="l" rtl="0">
              <a:lnSpc>
                <a:spcPct val="100000"/>
              </a:lnSpc>
              <a:spcBef>
                <a:spcPts val="360"/>
              </a:spcBef>
              <a:spcAft>
                <a:spcPts val="0"/>
              </a:spcAft>
              <a:buClr>
                <a:schemeClr val="accent6"/>
              </a:buClr>
              <a:buSzPts val="2000"/>
              <a:buChar char="•"/>
              <a:defRPr sz="2000"/>
            </a:lvl4pPr>
            <a:lvl5pPr marL="2286000" lvl="4" indent="-355600" algn="l" rtl="0">
              <a:lnSpc>
                <a:spcPct val="100000"/>
              </a:lnSpc>
              <a:spcBef>
                <a:spcPts val="360"/>
              </a:spcBef>
              <a:spcAft>
                <a:spcPts val="0"/>
              </a:spcAft>
              <a:buClr>
                <a:schemeClr val="accent6"/>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4"/>
        <p:cNvGrpSpPr/>
        <p:nvPr/>
      </p:nvGrpSpPr>
      <p:grpSpPr>
        <a:xfrm>
          <a:off x="0" y="0"/>
          <a:ext cx="0" cy="0"/>
          <a:chOff x="0" y="0"/>
          <a:chExt cx="0" cy="0"/>
        </a:xfrm>
      </p:grpSpPr>
      <p:sp>
        <p:nvSpPr>
          <p:cNvPr id="305" name="Google Shape;305;p26"/>
          <p:cNvSpPr/>
          <p:nvPr/>
        </p:nvSpPr>
        <p:spPr>
          <a:xfrm rot="10800000">
            <a:off x="9949173" y="4755034"/>
            <a:ext cx="2242827" cy="2102966"/>
          </a:xfrm>
          <a:custGeom>
            <a:avLst/>
            <a:gdLst/>
            <a:ahLst/>
            <a:cxnLst/>
            <a:rect l="l" t="t" r="r" b="b"/>
            <a:pathLst>
              <a:path w="2242827" h="2102966" extrusionOk="0">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rgbClr val="EDF2F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06" name="Google Shape;306;p26"/>
          <p:cNvSpPr txBox="1">
            <a:spLocks noGrp="1"/>
          </p:cNvSpPr>
          <p:nvPr>
            <p:ph type="title"/>
          </p:nvPr>
        </p:nvSpPr>
        <p:spPr>
          <a:xfrm>
            <a:off x="760938" y="755372"/>
            <a:ext cx="3931800" cy="1527000"/>
          </a:xfrm>
          <a:prstGeom prst="rect">
            <a:avLst/>
          </a:prstGeom>
          <a:noFill/>
          <a:ln>
            <a:noFill/>
          </a:ln>
        </p:spPr>
        <p:txBody>
          <a:bodyPr spcFirstLastPara="1" wrap="square" lIns="91425" tIns="45700" rIns="91425" bIns="45700" anchor="b" anchorCtr="0">
            <a:noAutofit/>
          </a:bodyPr>
          <a:lstStyle>
            <a:lvl1pPr lvl="0" algn="ctr" rtl="0">
              <a:lnSpc>
                <a:spcPct val="100000"/>
              </a:lnSpc>
              <a:spcBef>
                <a:spcPts val="0"/>
              </a:spcBef>
              <a:spcAft>
                <a:spcPts val="0"/>
              </a:spcAft>
              <a:buClr>
                <a:schemeClr val="accent6"/>
              </a:buClr>
              <a:buSzPts val="3200"/>
              <a:buFont typeface="Arial Black"/>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7" name="Google Shape;307;p26"/>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lvl="0" indent="0" algn="r" rtl="0">
              <a:spcBef>
                <a:spcPts val="0"/>
              </a:spcBef>
              <a:buNone/>
              <a:defRPr sz="1200">
                <a:solidFill>
                  <a:schemeClr val="accent6"/>
                </a:solidFill>
                <a:latin typeface="EB Garamond"/>
                <a:ea typeface="EB Garamond"/>
                <a:cs typeface="EB Garamond"/>
                <a:sym typeface="EB Garamond"/>
              </a:defRPr>
            </a:lvl1pPr>
            <a:lvl2pPr marL="0" lvl="1" indent="0" algn="r" rtl="0">
              <a:spcBef>
                <a:spcPts val="0"/>
              </a:spcBef>
              <a:buNone/>
              <a:defRPr sz="1200">
                <a:solidFill>
                  <a:schemeClr val="accent6"/>
                </a:solidFill>
                <a:latin typeface="EB Garamond"/>
                <a:ea typeface="EB Garamond"/>
                <a:cs typeface="EB Garamond"/>
                <a:sym typeface="EB Garamond"/>
              </a:defRPr>
            </a:lvl2pPr>
            <a:lvl3pPr marL="0" lvl="2" indent="0" algn="r" rtl="0">
              <a:spcBef>
                <a:spcPts val="0"/>
              </a:spcBef>
              <a:buNone/>
              <a:defRPr sz="1200">
                <a:solidFill>
                  <a:schemeClr val="accent6"/>
                </a:solidFill>
                <a:latin typeface="EB Garamond"/>
                <a:ea typeface="EB Garamond"/>
                <a:cs typeface="EB Garamond"/>
                <a:sym typeface="EB Garamond"/>
              </a:defRPr>
            </a:lvl3pPr>
            <a:lvl4pPr marL="0" lvl="3" indent="0" algn="r" rtl="0">
              <a:spcBef>
                <a:spcPts val="0"/>
              </a:spcBef>
              <a:buNone/>
              <a:defRPr sz="1200">
                <a:solidFill>
                  <a:schemeClr val="accent6"/>
                </a:solidFill>
                <a:latin typeface="EB Garamond"/>
                <a:ea typeface="EB Garamond"/>
                <a:cs typeface="EB Garamond"/>
                <a:sym typeface="EB Garamond"/>
              </a:defRPr>
            </a:lvl4pPr>
            <a:lvl5pPr marL="0" lvl="4" indent="0" algn="r" rtl="0">
              <a:spcBef>
                <a:spcPts val="0"/>
              </a:spcBef>
              <a:buNone/>
              <a:defRPr sz="1200">
                <a:solidFill>
                  <a:schemeClr val="accent6"/>
                </a:solidFill>
                <a:latin typeface="EB Garamond"/>
                <a:ea typeface="EB Garamond"/>
                <a:cs typeface="EB Garamond"/>
                <a:sym typeface="EB Garamond"/>
              </a:defRPr>
            </a:lvl5pPr>
            <a:lvl6pPr marL="0" lvl="5" indent="0" algn="r" rtl="0">
              <a:spcBef>
                <a:spcPts val="0"/>
              </a:spcBef>
              <a:buNone/>
              <a:defRPr sz="1200">
                <a:solidFill>
                  <a:schemeClr val="accent6"/>
                </a:solidFill>
                <a:latin typeface="EB Garamond"/>
                <a:ea typeface="EB Garamond"/>
                <a:cs typeface="EB Garamond"/>
                <a:sym typeface="EB Garamond"/>
              </a:defRPr>
            </a:lvl6pPr>
            <a:lvl7pPr marL="0" lvl="6" indent="0" algn="r" rtl="0">
              <a:spcBef>
                <a:spcPts val="0"/>
              </a:spcBef>
              <a:buNone/>
              <a:defRPr sz="1200">
                <a:solidFill>
                  <a:schemeClr val="accent6"/>
                </a:solidFill>
                <a:latin typeface="EB Garamond"/>
                <a:ea typeface="EB Garamond"/>
                <a:cs typeface="EB Garamond"/>
                <a:sym typeface="EB Garamond"/>
              </a:defRPr>
            </a:lvl7pPr>
            <a:lvl8pPr marL="0" lvl="7" indent="0" algn="r" rtl="0">
              <a:spcBef>
                <a:spcPts val="0"/>
              </a:spcBef>
              <a:buNone/>
              <a:defRPr sz="1200">
                <a:solidFill>
                  <a:schemeClr val="accent6"/>
                </a:solidFill>
                <a:latin typeface="EB Garamond"/>
                <a:ea typeface="EB Garamond"/>
                <a:cs typeface="EB Garamond"/>
                <a:sym typeface="EB Garamond"/>
              </a:defRPr>
            </a:lvl8pPr>
            <a:lvl9pPr marL="0" lvl="8" indent="0" algn="r" rtl="0">
              <a:spcBef>
                <a:spcPts val="0"/>
              </a:spcBef>
              <a:buNone/>
              <a:defRPr sz="1200">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308" name="Google Shape;308;p26"/>
          <p:cNvSpPr txBox="1">
            <a:spLocks noGrp="1"/>
          </p:cNvSpPr>
          <p:nvPr>
            <p:ph type="body" idx="1"/>
          </p:nvPr>
        </p:nvSpPr>
        <p:spPr>
          <a:xfrm>
            <a:off x="760938" y="2286001"/>
            <a:ext cx="39318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360"/>
              </a:spcBef>
              <a:spcAft>
                <a:spcPts val="0"/>
              </a:spcAft>
              <a:buClr>
                <a:schemeClr val="accent6"/>
              </a:buClr>
              <a:buSzPts val="1600"/>
              <a:buNone/>
              <a:defRPr sz="1600"/>
            </a:lvl1pPr>
            <a:lvl2pPr marL="914400" lvl="1" indent="-228600" algn="l" rtl="0">
              <a:lnSpc>
                <a:spcPct val="100000"/>
              </a:lnSpc>
              <a:spcBef>
                <a:spcPts val="360"/>
              </a:spcBef>
              <a:spcAft>
                <a:spcPts val="0"/>
              </a:spcAft>
              <a:buClr>
                <a:schemeClr val="accent6"/>
              </a:buClr>
              <a:buSzPts val="1400"/>
              <a:buNone/>
              <a:defRPr sz="1400"/>
            </a:lvl2pPr>
            <a:lvl3pPr marL="1371600" lvl="2" indent="-228600" algn="l" rtl="0">
              <a:lnSpc>
                <a:spcPct val="100000"/>
              </a:lnSpc>
              <a:spcBef>
                <a:spcPts val="360"/>
              </a:spcBef>
              <a:spcAft>
                <a:spcPts val="0"/>
              </a:spcAft>
              <a:buClr>
                <a:schemeClr val="accent6"/>
              </a:buClr>
              <a:buSzPts val="1200"/>
              <a:buNone/>
              <a:defRPr sz="1200"/>
            </a:lvl3pPr>
            <a:lvl4pPr marL="1828800" lvl="3" indent="-228600" algn="l" rtl="0">
              <a:lnSpc>
                <a:spcPct val="100000"/>
              </a:lnSpc>
              <a:spcBef>
                <a:spcPts val="360"/>
              </a:spcBef>
              <a:spcAft>
                <a:spcPts val="0"/>
              </a:spcAft>
              <a:buClr>
                <a:schemeClr val="accent6"/>
              </a:buClr>
              <a:buSzPts val="1000"/>
              <a:buNone/>
              <a:defRPr sz="1000"/>
            </a:lvl4pPr>
            <a:lvl5pPr marL="2286000" lvl="4" indent="-228600" algn="l" rtl="0">
              <a:lnSpc>
                <a:spcPct val="100000"/>
              </a:lnSpc>
              <a:spcBef>
                <a:spcPts val="360"/>
              </a:spcBef>
              <a:spcAft>
                <a:spcPts val="0"/>
              </a:spcAft>
              <a:buClr>
                <a:schemeClr val="accent6"/>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309" name="Google Shape;309;p26"/>
          <p:cNvSpPr>
            <a:spLocks noGrp="1"/>
          </p:cNvSpPr>
          <p:nvPr>
            <p:ph type="pic" idx="2"/>
          </p:nvPr>
        </p:nvSpPr>
        <p:spPr>
          <a:xfrm>
            <a:off x="5262700" y="987425"/>
            <a:ext cx="6172200" cy="48735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
        <p:cNvGrpSpPr/>
        <p:nvPr/>
      </p:nvGrpSpPr>
      <p:grpSpPr>
        <a:xfrm>
          <a:off x="0" y="0"/>
          <a:ext cx="0" cy="0"/>
          <a:chOff x="0" y="0"/>
          <a:chExt cx="0" cy="0"/>
        </a:xfrm>
      </p:grpSpPr>
      <p:sp>
        <p:nvSpPr>
          <p:cNvPr id="67" name="Google Shape;67;p1"/>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lvl1pPr marL="0" marR="0" lvl="0" indent="0" algn="r" rtl="0">
              <a:spcBef>
                <a:spcPts val="0"/>
              </a:spcBef>
              <a:buNone/>
              <a:defRPr sz="1200" b="0" i="0" u="none" strike="noStrike" cap="none">
                <a:solidFill>
                  <a:schemeClr val="accent6"/>
                </a:solidFill>
                <a:latin typeface="EB Garamond"/>
                <a:ea typeface="EB Garamond"/>
                <a:cs typeface="EB Garamond"/>
                <a:sym typeface="EB Garamond"/>
              </a:defRPr>
            </a:lvl1pPr>
            <a:lvl2pPr marL="0" marR="0" lvl="1" indent="0" algn="r" rtl="0">
              <a:spcBef>
                <a:spcPts val="0"/>
              </a:spcBef>
              <a:buNone/>
              <a:defRPr sz="1200" b="0" i="0" u="none" strike="noStrike" cap="none">
                <a:solidFill>
                  <a:schemeClr val="accent6"/>
                </a:solidFill>
                <a:latin typeface="EB Garamond"/>
                <a:ea typeface="EB Garamond"/>
                <a:cs typeface="EB Garamond"/>
                <a:sym typeface="EB Garamond"/>
              </a:defRPr>
            </a:lvl2pPr>
            <a:lvl3pPr marL="0" marR="0" lvl="2" indent="0" algn="r" rtl="0">
              <a:spcBef>
                <a:spcPts val="0"/>
              </a:spcBef>
              <a:buNone/>
              <a:defRPr sz="1200" b="0" i="0" u="none" strike="noStrike" cap="none">
                <a:solidFill>
                  <a:schemeClr val="accent6"/>
                </a:solidFill>
                <a:latin typeface="EB Garamond"/>
                <a:ea typeface="EB Garamond"/>
                <a:cs typeface="EB Garamond"/>
                <a:sym typeface="EB Garamond"/>
              </a:defRPr>
            </a:lvl3pPr>
            <a:lvl4pPr marL="0" marR="0" lvl="3" indent="0" algn="r" rtl="0">
              <a:spcBef>
                <a:spcPts val="0"/>
              </a:spcBef>
              <a:buNone/>
              <a:defRPr sz="1200" b="0" i="0" u="none" strike="noStrike" cap="none">
                <a:solidFill>
                  <a:schemeClr val="accent6"/>
                </a:solidFill>
                <a:latin typeface="EB Garamond"/>
                <a:ea typeface="EB Garamond"/>
                <a:cs typeface="EB Garamond"/>
                <a:sym typeface="EB Garamond"/>
              </a:defRPr>
            </a:lvl4pPr>
            <a:lvl5pPr marL="0" marR="0" lvl="4" indent="0" algn="r" rtl="0">
              <a:spcBef>
                <a:spcPts val="0"/>
              </a:spcBef>
              <a:buNone/>
              <a:defRPr sz="1200" b="0" i="0" u="none" strike="noStrike" cap="none">
                <a:solidFill>
                  <a:schemeClr val="accent6"/>
                </a:solidFill>
                <a:latin typeface="EB Garamond"/>
                <a:ea typeface="EB Garamond"/>
                <a:cs typeface="EB Garamond"/>
                <a:sym typeface="EB Garamond"/>
              </a:defRPr>
            </a:lvl5pPr>
            <a:lvl6pPr marL="0" marR="0" lvl="5" indent="0" algn="r" rtl="0">
              <a:spcBef>
                <a:spcPts val="0"/>
              </a:spcBef>
              <a:buNone/>
              <a:defRPr sz="1200" b="0" i="0" u="none" strike="noStrike" cap="none">
                <a:solidFill>
                  <a:schemeClr val="accent6"/>
                </a:solidFill>
                <a:latin typeface="EB Garamond"/>
                <a:ea typeface="EB Garamond"/>
                <a:cs typeface="EB Garamond"/>
                <a:sym typeface="EB Garamond"/>
              </a:defRPr>
            </a:lvl6pPr>
            <a:lvl7pPr marL="0" marR="0" lvl="6" indent="0" algn="r" rtl="0">
              <a:spcBef>
                <a:spcPts val="0"/>
              </a:spcBef>
              <a:buNone/>
              <a:defRPr sz="1200" b="0" i="0" u="none" strike="noStrike" cap="none">
                <a:solidFill>
                  <a:schemeClr val="accent6"/>
                </a:solidFill>
                <a:latin typeface="EB Garamond"/>
                <a:ea typeface="EB Garamond"/>
                <a:cs typeface="EB Garamond"/>
                <a:sym typeface="EB Garamond"/>
              </a:defRPr>
            </a:lvl7pPr>
            <a:lvl8pPr marL="0" marR="0" lvl="7" indent="0" algn="r" rtl="0">
              <a:spcBef>
                <a:spcPts val="0"/>
              </a:spcBef>
              <a:buNone/>
              <a:defRPr sz="1200" b="0" i="0" u="none" strike="noStrike" cap="none">
                <a:solidFill>
                  <a:schemeClr val="accent6"/>
                </a:solidFill>
                <a:latin typeface="EB Garamond"/>
                <a:ea typeface="EB Garamond"/>
                <a:cs typeface="EB Garamond"/>
                <a:sym typeface="EB Garamond"/>
              </a:defRPr>
            </a:lvl8pPr>
            <a:lvl9pPr marL="0" marR="0" lvl="8" indent="0" algn="r" rtl="0">
              <a:spcBef>
                <a:spcPts val="0"/>
              </a:spcBef>
              <a:buNone/>
              <a:defRPr sz="1200" b="0" i="0" u="none" strike="noStrike" cap="none">
                <a:solidFill>
                  <a:schemeClr val="accent6"/>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1"/>
          <p:cNvSpPr txBox="1">
            <a:spLocks noGrp="1"/>
          </p:cNvSpPr>
          <p:nvPr>
            <p:ph type="title"/>
          </p:nvPr>
        </p:nvSpPr>
        <p:spPr>
          <a:xfrm>
            <a:off x="758952" y="731520"/>
            <a:ext cx="10671000" cy="1362000"/>
          </a:xfrm>
          <a:prstGeom prst="rect">
            <a:avLst/>
          </a:prstGeom>
          <a:noFill/>
          <a:ln>
            <a:noFill/>
          </a:ln>
        </p:spPr>
        <p:txBody>
          <a:bodyPr spcFirstLastPara="1" wrap="square" lIns="91425" tIns="45700" rIns="91425" bIns="45700" anchor="b" anchorCtr="0">
            <a:noAutofit/>
          </a:bodyPr>
          <a:lstStyle>
            <a:lvl1pPr marR="0" lvl="0" algn="ctr" rtl="0">
              <a:lnSpc>
                <a:spcPct val="128289"/>
              </a:lnSpc>
              <a:spcBef>
                <a:spcPts val="0"/>
              </a:spcBef>
              <a:spcAft>
                <a:spcPts val="0"/>
              </a:spcAft>
              <a:buClr>
                <a:schemeClr val="accent6"/>
              </a:buClr>
              <a:buSzPts val="3800"/>
              <a:buFont typeface="Arial Black"/>
              <a:buNone/>
              <a:defRPr sz="3800" b="1" i="0" u="none" strike="noStrike" cap="none">
                <a:solidFill>
                  <a:schemeClr val="accent6"/>
                </a:solidFill>
                <a:latin typeface="Arial Black"/>
                <a:ea typeface="Arial Black"/>
                <a:cs typeface="Arial Black"/>
                <a:sym typeface="Arial Black"/>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9" name="Google Shape;69;p1"/>
          <p:cNvSpPr txBox="1">
            <a:spLocks noGrp="1"/>
          </p:cNvSpPr>
          <p:nvPr>
            <p:ph type="body" idx="1"/>
          </p:nvPr>
        </p:nvSpPr>
        <p:spPr>
          <a:xfrm>
            <a:off x="758952" y="2103120"/>
            <a:ext cx="106710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360"/>
              </a:spcBef>
              <a:spcAft>
                <a:spcPts val="0"/>
              </a:spcAft>
              <a:buClr>
                <a:schemeClr val="accent6"/>
              </a:buClr>
              <a:buSzPts val="2800"/>
              <a:buFont typeface="Arial"/>
              <a:buChar char="•"/>
              <a:defRPr sz="2800" b="0" i="0" u="none" strike="noStrike" cap="none">
                <a:solidFill>
                  <a:schemeClr val="accent6"/>
                </a:solidFill>
                <a:latin typeface="EB Garamond"/>
                <a:ea typeface="EB Garamond"/>
                <a:cs typeface="EB Garamond"/>
                <a:sym typeface="EB Garamond"/>
              </a:defRPr>
            </a:lvl1pPr>
            <a:lvl2pPr marL="914400" marR="0" lvl="1" indent="-381000" algn="l" rtl="0">
              <a:lnSpc>
                <a:spcPct val="100000"/>
              </a:lnSpc>
              <a:spcBef>
                <a:spcPts val="360"/>
              </a:spcBef>
              <a:spcAft>
                <a:spcPts val="0"/>
              </a:spcAft>
              <a:buClr>
                <a:schemeClr val="accent6"/>
              </a:buClr>
              <a:buSzPts val="2400"/>
              <a:buFont typeface="Arial"/>
              <a:buChar char="•"/>
              <a:defRPr sz="2400" b="0" i="0" u="none" strike="noStrike" cap="none">
                <a:solidFill>
                  <a:schemeClr val="accent6"/>
                </a:solidFill>
                <a:latin typeface="EB Garamond"/>
                <a:ea typeface="EB Garamond"/>
                <a:cs typeface="EB Garamond"/>
                <a:sym typeface="EB Garamond"/>
              </a:defRPr>
            </a:lvl2pPr>
            <a:lvl3pPr marL="1371600" marR="0" lvl="2" indent="-355600" algn="l" rtl="0">
              <a:lnSpc>
                <a:spcPct val="100000"/>
              </a:lnSpc>
              <a:spcBef>
                <a:spcPts val="360"/>
              </a:spcBef>
              <a:spcAft>
                <a:spcPts val="0"/>
              </a:spcAft>
              <a:buClr>
                <a:schemeClr val="accent6"/>
              </a:buClr>
              <a:buSzPts val="2000"/>
              <a:buFont typeface="Arial"/>
              <a:buChar char="•"/>
              <a:defRPr sz="2000" b="0" i="0" u="none" strike="noStrike" cap="none">
                <a:solidFill>
                  <a:schemeClr val="accent6"/>
                </a:solidFill>
                <a:latin typeface="EB Garamond"/>
                <a:ea typeface="EB Garamond"/>
                <a:cs typeface="EB Garamond"/>
                <a:sym typeface="EB Garamond"/>
              </a:defRPr>
            </a:lvl3pPr>
            <a:lvl4pPr marL="1828800" marR="0" lvl="3"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4pPr>
            <a:lvl5pPr marL="2286000" marR="0" lvl="4" indent="-342900" algn="l" rtl="0">
              <a:lnSpc>
                <a:spcPct val="100000"/>
              </a:lnSpc>
              <a:spcBef>
                <a:spcPts val="360"/>
              </a:spcBef>
              <a:spcAft>
                <a:spcPts val="0"/>
              </a:spcAft>
              <a:buClr>
                <a:schemeClr val="accent6"/>
              </a:buClr>
              <a:buSzPts val="1800"/>
              <a:buFont typeface="Arial"/>
              <a:buChar char="•"/>
              <a:defRPr sz="1800" b="0" i="0" u="none" strike="noStrike" cap="none">
                <a:solidFill>
                  <a:schemeClr val="accent6"/>
                </a:solidFill>
                <a:latin typeface="EB Garamond"/>
                <a:ea typeface="EB Garamond"/>
                <a:cs typeface="EB Garamond"/>
                <a:sym typeface="EB Garamond"/>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EB Garamond"/>
                <a:ea typeface="EB Garamond"/>
                <a:cs typeface="EB Garamond"/>
                <a:sym typeface="EB Garamo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hyperlink" Target="https://theses.cz/id/3w4s3a/Mykhailo-Klunkobc-thesis.pdf" TargetMode="External"/><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hyperlink" Target="https://panthema.net/2013/sound-of-sorting/" TargetMode="External"/><Relationship Id="rId4" Type="http://schemas.openxmlformats.org/officeDocument/2006/relationships/hyperlink" Target="https://www.geeksforgeeks.org/fundamentalsof-algorithms/"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7"/>
          <p:cNvSpPr txBox="1">
            <a:spLocks noGrp="1"/>
          </p:cNvSpPr>
          <p:nvPr>
            <p:ph type="ctrTitle"/>
          </p:nvPr>
        </p:nvSpPr>
        <p:spPr>
          <a:xfrm>
            <a:off x="3369225" y="941641"/>
            <a:ext cx="5385900" cy="1641300"/>
          </a:xfrm>
          <a:prstGeom prst="rect">
            <a:avLst/>
          </a:prstGeom>
          <a:noFill/>
          <a:ln>
            <a:noFill/>
          </a:ln>
        </p:spPr>
        <p:txBody>
          <a:bodyPr spcFirstLastPara="1" wrap="square" lIns="91425" tIns="0" rIns="91425" bIns="45700" anchor="b" anchorCtr="0">
            <a:noAutofit/>
          </a:bodyPr>
          <a:lstStyle/>
          <a:p>
            <a:pPr marL="0" lvl="0" indent="0" algn="ctr" rtl="0">
              <a:lnSpc>
                <a:spcPct val="128289"/>
              </a:lnSpc>
              <a:spcBef>
                <a:spcPts val="0"/>
              </a:spcBef>
              <a:spcAft>
                <a:spcPts val="0"/>
              </a:spcAft>
              <a:buClr>
                <a:schemeClr val="accent6"/>
              </a:buClr>
              <a:buSzPts val="3800"/>
              <a:buFont typeface="Arial Black"/>
              <a:buNone/>
            </a:pPr>
            <a:r>
              <a:rPr lang="en-US" dirty="0"/>
              <a:t>SORTING VISUALIZER</a:t>
            </a:r>
            <a:endParaRPr dirty="0"/>
          </a:p>
        </p:txBody>
      </p:sp>
      <p:sp>
        <p:nvSpPr>
          <p:cNvPr id="315" name="Google Shape;315;p27"/>
          <p:cNvSpPr txBox="1">
            <a:spLocks noGrp="1"/>
          </p:cNvSpPr>
          <p:nvPr>
            <p:ph type="subTitle" idx="1"/>
          </p:nvPr>
        </p:nvSpPr>
        <p:spPr>
          <a:xfrm>
            <a:off x="3807629" y="2582940"/>
            <a:ext cx="4805400" cy="1510247"/>
          </a:xfrm>
          <a:prstGeom prst="rect">
            <a:avLst/>
          </a:prstGeom>
          <a:solidFill>
            <a:srgbClr val="F8E7E7"/>
          </a:solid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chemeClr val="accent6"/>
              </a:buClr>
              <a:buSzPts val="2000"/>
              <a:buNone/>
            </a:pPr>
            <a:endParaRPr lang="en-US" sz="2000" dirty="0"/>
          </a:p>
          <a:p>
            <a:pPr marL="0" lvl="0" indent="0" algn="ctr" rtl="0">
              <a:lnSpc>
                <a:spcPct val="100000"/>
              </a:lnSpc>
              <a:spcBef>
                <a:spcPts val="0"/>
              </a:spcBef>
              <a:spcAft>
                <a:spcPts val="0"/>
              </a:spcAft>
              <a:buClr>
                <a:schemeClr val="accent6"/>
              </a:buClr>
              <a:buSzPts val="2000"/>
              <a:buNone/>
            </a:pPr>
            <a:r>
              <a:rPr lang="en-US" sz="2000" dirty="0"/>
              <a:t>Disha Bansal(2100681540017)</a:t>
            </a:r>
            <a:endParaRPr sz="2000" dirty="0"/>
          </a:p>
          <a:p>
            <a:pPr marL="0" lvl="0" indent="0" algn="ctr" rtl="0">
              <a:lnSpc>
                <a:spcPct val="100000"/>
              </a:lnSpc>
              <a:spcBef>
                <a:spcPts val="360"/>
              </a:spcBef>
              <a:spcAft>
                <a:spcPts val="0"/>
              </a:spcAft>
              <a:buClr>
                <a:schemeClr val="accent6"/>
              </a:buClr>
              <a:buSzPts val="2000"/>
              <a:buNone/>
            </a:pPr>
            <a:r>
              <a:rPr lang="en-US" sz="2000" dirty="0"/>
              <a:t>Shagun Chauhan​ (2100681540042)</a:t>
            </a:r>
          </a:p>
          <a:p>
            <a:pPr marL="0" lvl="0" indent="0" algn="ctr" rtl="0">
              <a:lnSpc>
                <a:spcPct val="100000"/>
              </a:lnSpc>
              <a:spcBef>
                <a:spcPts val="360"/>
              </a:spcBef>
              <a:spcAft>
                <a:spcPts val="0"/>
              </a:spcAft>
              <a:buClr>
                <a:schemeClr val="accent6"/>
              </a:buClr>
              <a:buSzPts val="2000"/>
              <a:buNone/>
            </a:pPr>
            <a:r>
              <a:rPr lang="en-US" sz="2000" dirty="0"/>
              <a:t>Shradha (2100681540044)</a:t>
            </a:r>
            <a:endParaRPr sz="2000" dirty="0"/>
          </a:p>
          <a:p>
            <a:pPr marL="0" lvl="0" indent="0" algn="ctr" rtl="0">
              <a:lnSpc>
                <a:spcPct val="100000"/>
              </a:lnSpc>
              <a:spcBef>
                <a:spcPts val="360"/>
              </a:spcBef>
              <a:spcAft>
                <a:spcPts val="0"/>
              </a:spcAft>
              <a:buClr>
                <a:schemeClr val="accent6"/>
              </a:buClr>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8"/>
          <p:cNvSpPr txBox="1">
            <a:spLocks noGrp="1"/>
          </p:cNvSpPr>
          <p:nvPr>
            <p:ph type="title"/>
          </p:nvPr>
        </p:nvSpPr>
        <p:spPr>
          <a:xfrm>
            <a:off x="914400" y="649281"/>
            <a:ext cx="6583800" cy="8769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3800"/>
              <a:buFont typeface="Arial Black"/>
              <a:buNone/>
            </a:pPr>
            <a:r>
              <a:rPr lang="en-US" u="sng"/>
              <a:t>TABLE</a:t>
            </a:r>
            <a:r>
              <a:rPr lang="en-US"/>
              <a:t> </a:t>
            </a:r>
            <a:r>
              <a:rPr lang="en-US" u="sng"/>
              <a:t>OF CONTENT</a:t>
            </a:r>
            <a:endParaRPr/>
          </a:p>
        </p:txBody>
      </p:sp>
      <p:sp>
        <p:nvSpPr>
          <p:cNvPr id="321" name="Google Shape;321;p28"/>
          <p:cNvSpPr txBox="1">
            <a:spLocks noGrp="1"/>
          </p:cNvSpPr>
          <p:nvPr>
            <p:ph type="body" idx="1"/>
          </p:nvPr>
        </p:nvSpPr>
        <p:spPr>
          <a:xfrm>
            <a:off x="1029419" y="1718382"/>
            <a:ext cx="6583800" cy="34983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50000"/>
              </a:lnSpc>
              <a:spcBef>
                <a:spcPts val="0"/>
              </a:spcBef>
              <a:spcAft>
                <a:spcPts val="0"/>
              </a:spcAft>
              <a:buClr>
                <a:schemeClr val="accent6"/>
              </a:buClr>
              <a:buSzPct val="100000"/>
              <a:buNone/>
            </a:pPr>
            <a:r>
              <a:rPr lang="en-US"/>
              <a:t>1.Introduction​</a:t>
            </a:r>
            <a:endParaRPr/>
          </a:p>
          <a:p>
            <a:pPr marL="0" lvl="0" indent="0" algn="l" rtl="0">
              <a:lnSpc>
                <a:spcPct val="150000"/>
              </a:lnSpc>
              <a:spcBef>
                <a:spcPts val="0"/>
              </a:spcBef>
              <a:spcAft>
                <a:spcPts val="0"/>
              </a:spcAft>
              <a:buClr>
                <a:schemeClr val="accent6"/>
              </a:buClr>
              <a:buSzPct val="100000"/>
              <a:buNone/>
            </a:pPr>
            <a:r>
              <a:rPr lang="en-US"/>
              <a:t>2.Methodology</a:t>
            </a:r>
            <a:endParaRPr/>
          </a:p>
          <a:p>
            <a:pPr marL="0" lvl="0" indent="0" algn="l" rtl="0">
              <a:lnSpc>
                <a:spcPct val="150000"/>
              </a:lnSpc>
              <a:spcBef>
                <a:spcPts val="0"/>
              </a:spcBef>
              <a:spcAft>
                <a:spcPts val="0"/>
              </a:spcAft>
              <a:buClr>
                <a:schemeClr val="accent6"/>
              </a:buClr>
              <a:buSzPct val="100000"/>
              <a:buNone/>
            </a:pPr>
            <a:r>
              <a:rPr lang="en-US"/>
              <a:t>3.Proposed Work</a:t>
            </a:r>
            <a:endParaRPr/>
          </a:p>
          <a:p>
            <a:pPr marL="0" lvl="0" indent="0" algn="l" rtl="0">
              <a:lnSpc>
                <a:spcPct val="150000"/>
              </a:lnSpc>
              <a:spcBef>
                <a:spcPts val="0"/>
              </a:spcBef>
              <a:spcAft>
                <a:spcPts val="0"/>
              </a:spcAft>
              <a:buClr>
                <a:schemeClr val="accent6"/>
              </a:buClr>
              <a:buSzPct val="100000"/>
              <a:buNone/>
            </a:pPr>
            <a:r>
              <a:rPr lang="en-US"/>
              <a:t>​4.Project modules description</a:t>
            </a:r>
            <a:endParaRPr/>
          </a:p>
          <a:p>
            <a:pPr marL="0" lvl="0" indent="0" algn="l" rtl="0">
              <a:lnSpc>
                <a:spcPct val="150000"/>
              </a:lnSpc>
              <a:spcBef>
                <a:spcPts val="0"/>
              </a:spcBef>
              <a:spcAft>
                <a:spcPts val="0"/>
              </a:spcAft>
              <a:buClr>
                <a:schemeClr val="accent6"/>
              </a:buClr>
              <a:buSzPct val="100000"/>
              <a:buNone/>
            </a:pPr>
            <a:r>
              <a:rPr lang="en-US"/>
              <a:t>5.Technology Used</a:t>
            </a:r>
            <a:endParaRPr/>
          </a:p>
          <a:p>
            <a:pPr marL="0" lvl="0" indent="0" algn="l" rtl="0">
              <a:lnSpc>
                <a:spcPct val="150000"/>
              </a:lnSpc>
              <a:spcBef>
                <a:spcPts val="0"/>
              </a:spcBef>
              <a:spcAft>
                <a:spcPts val="0"/>
              </a:spcAft>
              <a:buClr>
                <a:schemeClr val="accent6"/>
              </a:buClr>
              <a:buSzPct val="100000"/>
              <a:buNone/>
            </a:pPr>
            <a:r>
              <a:rPr lang="en-US"/>
              <a:t>6. Conclusion</a:t>
            </a:r>
            <a:endParaRPr/>
          </a:p>
          <a:p>
            <a:pPr marL="0" lvl="0" indent="0" algn="l" rtl="0">
              <a:lnSpc>
                <a:spcPct val="150000"/>
              </a:lnSpc>
              <a:spcBef>
                <a:spcPts val="0"/>
              </a:spcBef>
              <a:spcAft>
                <a:spcPts val="0"/>
              </a:spcAft>
              <a:buClr>
                <a:schemeClr val="accent6"/>
              </a:buClr>
              <a:buSzPct val="100000"/>
              <a:buNone/>
            </a:pPr>
            <a:r>
              <a:rPr lang="en-US"/>
              <a:t>​7.References</a:t>
            </a:r>
            <a:endParaRPr/>
          </a:p>
        </p:txBody>
      </p:sp>
      <p:sp>
        <p:nvSpPr>
          <p:cNvPr id="322" name="Google Shape;322;p28"/>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9"/>
          <p:cNvSpPr txBox="1">
            <a:spLocks noGrp="1"/>
          </p:cNvSpPr>
          <p:nvPr>
            <p:ph type="title"/>
          </p:nvPr>
        </p:nvSpPr>
        <p:spPr>
          <a:xfrm>
            <a:off x="6194227" y="527462"/>
            <a:ext cx="5357700" cy="974700"/>
          </a:xfrm>
          <a:prstGeom prst="rect">
            <a:avLst/>
          </a:prstGeom>
          <a:noFill/>
          <a:ln>
            <a:noFill/>
          </a:ln>
        </p:spPr>
        <p:txBody>
          <a:bodyPr spcFirstLastPara="1" wrap="square" lIns="91425" tIns="45700" rIns="91425" bIns="45700" anchor="b" anchorCtr="0">
            <a:noAutofit/>
          </a:bodyPr>
          <a:lstStyle/>
          <a:p>
            <a:pPr marL="514350" lvl="0" indent="-514350" algn="ctr" rtl="0">
              <a:lnSpc>
                <a:spcPct val="100000"/>
              </a:lnSpc>
              <a:spcBef>
                <a:spcPts val="0"/>
              </a:spcBef>
              <a:spcAft>
                <a:spcPts val="0"/>
              </a:spcAft>
              <a:buClr>
                <a:schemeClr val="accent6"/>
              </a:buClr>
              <a:buSzPts val="3200"/>
              <a:buFont typeface="Arial Black"/>
              <a:buAutoNum type="romanUcPeriod"/>
            </a:pPr>
            <a:r>
              <a:rPr lang="en-US" sz="3200" u="sng"/>
              <a:t>INTRODUCTION</a:t>
            </a:r>
            <a:endParaRPr/>
          </a:p>
        </p:txBody>
      </p:sp>
      <p:sp>
        <p:nvSpPr>
          <p:cNvPr id="328" name="Google Shape;328;p29"/>
          <p:cNvSpPr txBox="1">
            <a:spLocks noGrp="1"/>
          </p:cNvSpPr>
          <p:nvPr>
            <p:ph type="body" idx="1"/>
          </p:nvPr>
        </p:nvSpPr>
        <p:spPr>
          <a:xfrm>
            <a:off x="572681" y="1708268"/>
            <a:ext cx="11252400" cy="44673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6"/>
              </a:buClr>
              <a:buSzPts val="2400"/>
              <a:buNone/>
            </a:pPr>
            <a:r>
              <a:rPr lang="en-US" sz="2400" dirty="0">
                <a:latin typeface="Arial"/>
                <a:ea typeface="Arial"/>
                <a:cs typeface="Arial"/>
                <a:sym typeface="Arial"/>
              </a:rPr>
              <a:t>“Sorting Visualizer” is an online learning project which can be used to learn algorithms like searching , Sorting and path-finding algorithm through visualization. Visualization gains more attention than theoretical study and it is easy way of learning process. It helps to understand fundamental concept of algorithms such as searching, sorting, path-finding method in simpler manner.</a:t>
            </a:r>
            <a:endParaRPr sz="2400" dirty="0"/>
          </a:p>
          <a:p>
            <a:pPr marL="0" lvl="0" indent="0" algn="just" rtl="0">
              <a:lnSpc>
                <a:spcPct val="100000"/>
              </a:lnSpc>
              <a:spcBef>
                <a:spcPts val="360"/>
              </a:spcBef>
              <a:spcAft>
                <a:spcPts val="0"/>
              </a:spcAft>
              <a:buClr>
                <a:schemeClr val="accent6"/>
              </a:buClr>
              <a:buSzPts val="2400"/>
              <a:buNone/>
            </a:pPr>
            <a:r>
              <a:rPr lang="en-US" sz="2400" dirty="0">
                <a:latin typeface="Arial"/>
                <a:ea typeface="Arial"/>
                <a:cs typeface="Arial"/>
                <a:sym typeface="Arial"/>
              </a:rPr>
              <a:t>.The main objective of this platform is to help students to learn about algorithm through visualization as well as help teachers to teach with visualization. This video-tape allows students to watch the behavior of the algorithm instead of try to imagine its actions from a verbal explanation or from static images.</a:t>
            </a:r>
            <a:endParaRPr sz="2400" dirty="0">
              <a:latin typeface="Arial"/>
              <a:ea typeface="Arial"/>
              <a:cs typeface="Arial"/>
              <a:sym typeface="Arial"/>
            </a:endParaRPr>
          </a:p>
        </p:txBody>
      </p:sp>
      <p:sp>
        <p:nvSpPr>
          <p:cNvPr id="329" name="Google Shape;329;p29"/>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0"/>
          <p:cNvSpPr txBox="1">
            <a:spLocks noGrp="1"/>
          </p:cNvSpPr>
          <p:nvPr>
            <p:ph type="title"/>
          </p:nvPr>
        </p:nvSpPr>
        <p:spPr>
          <a:xfrm>
            <a:off x="-1216325" y="434383"/>
            <a:ext cx="7306500" cy="8754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accent6"/>
              </a:buClr>
              <a:buSzPts val="3200"/>
              <a:buFont typeface="Arial Black"/>
              <a:buNone/>
            </a:pPr>
            <a:r>
              <a:rPr lang="en-US" sz="3200" b="0"/>
              <a:t>II. </a:t>
            </a:r>
            <a:r>
              <a:rPr lang="en-US" sz="3200" b="0" u="sng"/>
              <a:t>METHODOLOGY</a:t>
            </a:r>
            <a:endParaRPr sz="3200" u="sng"/>
          </a:p>
        </p:txBody>
      </p:sp>
      <p:sp>
        <p:nvSpPr>
          <p:cNvPr id="335" name="Google Shape;335;p30"/>
          <p:cNvSpPr txBox="1">
            <a:spLocks noGrp="1"/>
          </p:cNvSpPr>
          <p:nvPr>
            <p:ph type="body" idx="1"/>
          </p:nvPr>
        </p:nvSpPr>
        <p:spPr>
          <a:xfrm>
            <a:off x="552092" y="1162760"/>
            <a:ext cx="9218700" cy="5306400"/>
          </a:xfrm>
          <a:prstGeom prst="rect">
            <a:avLst/>
          </a:prstGeom>
          <a:noFill/>
          <a:ln>
            <a:noFill/>
          </a:ln>
        </p:spPr>
        <p:txBody>
          <a:bodyPr spcFirstLastPara="1" wrap="square" lIns="0" tIns="0" rIns="0" bIns="0" anchor="ctr" anchorCtr="0">
            <a:noAutofit/>
          </a:bodyPr>
          <a:lstStyle/>
          <a:p>
            <a:pPr marL="0" lvl="0" indent="0" algn="just" rtl="0">
              <a:lnSpc>
                <a:spcPct val="100000"/>
              </a:lnSpc>
              <a:spcBef>
                <a:spcPts val="0"/>
              </a:spcBef>
              <a:spcAft>
                <a:spcPts val="0"/>
              </a:spcAft>
              <a:buClr>
                <a:schemeClr val="accent6"/>
              </a:buClr>
              <a:buSzPts val="2400"/>
              <a:buNone/>
            </a:pPr>
            <a:r>
              <a:rPr lang="en-US" dirty="0">
                <a:latin typeface="Arial"/>
                <a:ea typeface="Arial"/>
                <a:cs typeface="Arial"/>
                <a:sym typeface="Arial"/>
              </a:rPr>
              <a:t> In this project, we aim to develop an effective algorithm visualizer tool that can engage students to remain on platform and improve learning outcomes. To achieve this goal, we analyze the pedagogy, usability and accessibility goals of the online students and incorporate the features of the above goals to design effective user interactions and visualizations for an online algorithm visualizer tool. In this design process, we involve three basic activities: </a:t>
            </a:r>
            <a:endParaRPr dirty="0"/>
          </a:p>
          <a:p>
            <a:pPr marL="0" lvl="0" indent="0" algn="just" rtl="0">
              <a:lnSpc>
                <a:spcPct val="100000"/>
              </a:lnSpc>
              <a:spcBef>
                <a:spcPts val="0"/>
              </a:spcBef>
              <a:spcAft>
                <a:spcPts val="0"/>
              </a:spcAft>
              <a:buClr>
                <a:schemeClr val="accent6"/>
              </a:buClr>
              <a:buSzPts val="2400"/>
              <a:buNone/>
            </a:pPr>
            <a:endParaRPr dirty="0">
              <a:latin typeface="Arial"/>
              <a:ea typeface="Arial"/>
              <a:cs typeface="Arial"/>
              <a:sym typeface="Arial"/>
            </a:endParaRPr>
          </a:p>
          <a:p>
            <a:pPr marL="342900" lvl="0" indent="-342900" algn="just" rtl="0">
              <a:lnSpc>
                <a:spcPct val="100000"/>
              </a:lnSpc>
              <a:spcBef>
                <a:spcPts val="0"/>
              </a:spcBef>
              <a:spcAft>
                <a:spcPts val="0"/>
              </a:spcAft>
              <a:buClr>
                <a:schemeClr val="accent6"/>
              </a:buClr>
              <a:buSzPts val="2400"/>
              <a:buFont typeface="Noto Sans Symbols"/>
              <a:buChar char="❑"/>
            </a:pPr>
            <a:r>
              <a:rPr lang="en-US" dirty="0">
                <a:latin typeface="Arial"/>
                <a:ea typeface="Arial"/>
                <a:cs typeface="Arial"/>
                <a:sym typeface="Arial"/>
              </a:rPr>
              <a:t>Establishing requirements </a:t>
            </a:r>
            <a:endParaRPr dirty="0"/>
          </a:p>
          <a:p>
            <a:pPr marL="342900" lvl="0" indent="-342900" algn="just" rtl="0">
              <a:lnSpc>
                <a:spcPct val="100000"/>
              </a:lnSpc>
              <a:spcBef>
                <a:spcPts val="0"/>
              </a:spcBef>
              <a:spcAft>
                <a:spcPts val="0"/>
              </a:spcAft>
              <a:buClr>
                <a:schemeClr val="accent6"/>
              </a:buClr>
              <a:buSzPts val="2400"/>
              <a:buFont typeface="Noto Sans Symbols"/>
              <a:buChar char="❑"/>
            </a:pPr>
            <a:r>
              <a:rPr lang="en-US" dirty="0">
                <a:latin typeface="Arial"/>
                <a:ea typeface="Arial"/>
                <a:cs typeface="Arial"/>
                <a:sym typeface="Arial"/>
              </a:rPr>
              <a:t> Designing alternatives and prototyping</a:t>
            </a:r>
            <a:endParaRPr dirty="0"/>
          </a:p>
          <a:p>
            <a:pPr marL="342900" lvl="0" indent="-342900" algn="just" rtl="0">
              <a:lnSpc>
                <a:spcPct val="100000"/>
              </a:lnSpc>
              <a:spcBef>
                <a:spcPts val="0"/>
              </a:spcBef>
              <a:spcAft>
                <a:spcPts val="0"/>
              </a:spcAft>
              <a:buClr>
                <a:schemeClr val="accent6"/>
              </a:buClr>
              <a:buSzPts val="2400"/>
              <a:buFont typeface="Noto Sans Symbols"/>
              <a:buChar char="❑"/>
            </a:pPr>
            <a:r>
              <a:rPr lang="en-US" dirty="0">
                <a:latin typeface="Arial"/>
                <a:ea typeface="Arial"/>
                <a:cs typeface="Arial"/>
                <a:sym typeface="Arial"/>
              </a:rPr>
              <a:t>Evaluation </a:t>
            </a:r>
            <a:endParaRPr dirty="0"/>
          </a:p>
          <a:p>
            <a:pPr marL="342900" lvl="0" indent="-215900" algn="just" rtl="0">
              <a:lnSpc>
                <a:spcPct val="100000"/>
              </a:lnSpc>
              <a:spcBef>
                <a:spcPts val="0"/>
              </a:spcBef>
              <a:spcAft>
                <a:spcPts val="0"/>
              </a:spcAft>
              <a:buClr>
                <a:schemeClr val="accent6"/>
              </a:buClr>
              <a:buSzPts val="2000"/>
              <a:buFont typeface="Noto Sans Symbols"/>
              <a:buNone/>
            </a:pPr>
            <a:endParaRPr sz="2000" dirty="0">
              <a:latin typeface="Arial"/>
              <a:ea typeface="Arial"/>
              <a:cs typeface="Arial"/>
              <a:sym typeface="Arial"/>
            </a:endParaRPr>
          </a:p>
          <a:p>
            <a:pPr marL="0" lvl="0" indent="0" algn="just" rtl="0">
              <a:lnSpc>
                <a:spcPct val="100000"/>
              </a:lnSpc>
              <a:spcBef>
                <a:spcPts val="0"/>
              </a:spcBef>
              <a:spcAft>
                <a:spcPts val="0"/>
              </a:spcAft>
              <a:buClr>
                <a:schemeClr val="accent6"/>
              </a:buClr>
              <a:buSzPts val="2000"/>
              <a:buNone/>
            </a:pPr>
            <a:endParaRPr sz="2000"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1"/>
          <p:cNvSpPr txBox="1">
            <a:spLocks noGrp="1"/>
          </p:cNvSpPr>
          <p:nvPr>
            <p:ph type="title"/>
          </p:nvPr>
        </p:nvSpPr>
        <p:spPr>
          <a:xfrm>
            <a:off x="192683" y="153650"/>
            <a:ext cx="6156300" cy="744600"/>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chemeClr val="accent6"/>
              </a:buClr>
              <a:buSzPts val="3800"/>
              <a:buFont typeface="Arial Black"/>
              <a:buNone/>
            </a:pPr>
            <a:r>
              <a:rPr lang="en-US"/>
              <a:t>III. PROPOSED WORK</a:t>
            </a:r>
            <a:endParaRPr/>
          </a:p>
        </p:txBody>
      </p:sp>
      <p:sp>
        <p:nvSpPr>
          <p:cNvPr id="341" name="Google Shape;341;p31"/>
          <p:cNvSpPr txBox="1">
            <a:spLocks noGrp="1"/>
          </p:cNvSpPr>
          <p:nvPr>
            <p:ph type="body" idx="1"/>
          </p:nvPr>
        </p:nvSpPr>
        <p:spPr>
          <a:xfrm>
            <a:off x="552091" y="1090040"/>
            <a:ext cx="11332200" cy="5319600"/>
          </a:xfrm>
          <a:prstGeom prst="rect">
            <a:avLst/>
          </a:prstGeom>
          <a:solidFill>
            <a:srgbClr val="F3E3CD"/>
          </a:solidFill>
          <a:ln>
            <a:noFill/>
          </a:ln>
        </p:spPr>
        <p:txBody>
          <a:bodyPr spcFirstLastPara="1" wrap="square" lIns="91425" tIns="45700" rIns="91425" bIns="45700" anchor="t" anchorCtr="0">
            <a:normAutofit/>
          </a:bodyPr>
          <a:lstStyle/>
          <a:p>
            <a:pPr marL="680720" lvl="1" indent="-190500" algn="ctr" rtl="0">
              <a:lnSpc>
                <a:spcPct val="100000"/>
              </a:lnSpc>
              <a:spcBef>
                <a:spcPts val="0"/>
              </a:spcBef>
              <a:spcAft>
                <a:spcPts val="0"/>
              </a:spcAft>
              <a:buClr>
                <a:schemeClr val="accent6"/>
              </a:buClr>
              <a:buSzPts val="2400"/>
              <a:buNone/>
            </a:pPr>
            <a:endParaRPr sz="2400"/>
          </a:p>
          <a:p>
            <a:pPr marL="680720" lvl="1" indent="-342900" algn="ctr" rtl="0">
              <a:lnSpc>
                <a:spcPct val="100000"/>
              </a:lnSpc>
              <a:spcBef>
                <a:spcPts val="360"/>
              </a:spcBef>
              <a:spcAft>
                <a:spcPts val="0"/>
              </a:spcAft>
              <a:buClr>
                <a:schemeClr val="accent6"/>
              </a:buClr>
              <a:buSzPts val="2400"/>
              <a:buAutoNum type="alphaUcPeriod"/>
            </a:pPr>
            <a:r>
              <a:rPr lang="en-US" sz="2400"/>
              <a:t>SYSTEM ARCHITECTURE</a:t>
            </a:r>
            <a:endParaRPr/>
          </a:p>
        </p:txBody>
      </p:sp>
      <p:sp>
        <p:nvSpPr>
          <p:cNvPr id="342" name="Google Shape;342;p31"/>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343" name="Google Shape;343;p31"/>
          <p:cNvSpPr/>
          <p:nvPr/>
        </p:nvSpPr>
        <p:spPr>
          <a:xfrm>
            <a:off x="769813" y="2271934"/>
            <a:ext cx="9906000" cy="24729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
        <p:nvSpPr>
          <p:cNvPr id="344" name="Google Shape;344;p31"/>
          <p:cNvSpPr/>
          <p:nvPr/>
        </p:nvSpPr>
        <p:spPr>
          <a:xfrm>
            <a:off x="6830807" y="2440712"/>
            <a:ext cx="3608700" cy="1480800"/>
          </a:xfrm>
          <a:prstGeom prst="ellipse">
            <a:avLst/>
          </a:prstGeom>
          <a:solidFill>
            <a:schemeClr val="accent1"/>
          </a:solidFill>
          <a:ln w="12700" cap="flat" cmpd="sng">
            <a:solidFill>
              <a:srgbClr val="67565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accent6"/>
                </a:solidFill>
                <a:latin typeface="EB Garamond"/>
                <a:ea typeface="EB Garamond"/>
                <a:cs typeface="EB Garamond"/>
                <a:sym typeface="EB Garamond"/>
              </a:rPr>
              <a:t>JAVASCRIPT</a:t>
            </a:r>
            <a:r>
              <a:rPr lang="en-US" sz="3600" b="1">
                <a:solidFill>
                  <a:schemeClr val="accent6"/>
                </a:solidFill>
                <a:latin typeface="EB Garamond"/>
                <a:ea typeface="EB Garamond"/>
                <a:cs typeface="EB Garamond"/>
                <a:sym typeface="EB Garamond"/>
              </a:rPr>
              <a:t>  </a:t>
            </a:r>
            <a:endParaRPr sz="2400" b="1">
              <a:solidFill>
                <a:schemeClr val="accent6"/>
              </a:solidFill>
              <a:latin typeface="EB Garamond"/>
              <a:ea typeface="EB Garamond"/>
              <a:cs typeface="EB Garamond"/>
              <a:sym typeface="EB Garamond"/>
            </a:endParaRPr>
          </a:p>
        </p:txBody>
      </p:sp>
      <p:sp>
        <p:nvSpPr>
          <p:cNvPr id="345" name="Google Shape;345;p31"/>
          <p:cNvSpPr txBox="1"/>
          <p:nvPr/>
        </p:nvSpPr>
        <p:spPr>
          <a:xfrm>
            <a:off x="962031" y="2493846"/>
            <a:ext cx="4757400" cy="20313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EB Garamond"/>
                <a:ea typeface="EB Garamond"/>
                <a:cs typeface="EB Garamond"/>
                <a:sym typeface="EB Garamond"/>
              </a:rPr>
              <a:t>                                                                                                                                                                                                                                                                                                                                                                                                                          </a:t>
            </a:r>
            <a:endParaRPr/>
          </a:p>
          <a:p>
            <a:pPr marL="0" marR="0" lvl="0" indent="0" algn="l" rtl="0">
              <a:spcBef>
                <a:spcPts val="0"/>
              </a:spcBef>
              <a:spcAft>
                <a:spcPts val="0"/>
              </a:spcAft>
              <a:buNone/>
            </a:pPr>
            <a:r>
              <a:rPr lang="en-US" sz="1800">
                <a:solidFill>
                  <a:schemeClr val="dk1"/>
                </a:solidFill>
                <a:latin typeface="EB Garamond"/>
                <a:ea typeface="EB Garamond"/>
                <a:cs typeface="EB Garamond"/>
                <a:sym typeface="EB Garamond"/>
              </a:rPr>
              <a:t>                     USER INTERFACE    </a:t>
            </a:r>
            <a:endParaRPr/>
          </a:p>
        </p:txBody>
      </p:sp>
      <p:sp>
        <p:nvSpPr>
          <p:cNvPr id="346" name="Google Shape;346;p31"/>
          <p:cNvSpPr txBox="1"/>
          <p:nvPr/>
        </p:nvSpPr>
        <p:spPr>
          <a:xfrm>
            <a:off x="1076738" y="3130826"/>
            <a:ext cx="1623300" cy="523200"/>
          </a:xfrm>
          <a:prstGeom prst="rect">
            <a:avLst/>
          </a:prstGeom>
          <a:solidFill>
            <a:srgbClr val="ACB8CA"/>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EB Garamond"/>
                <a:ea typeface="EB Garamond"/>
                <a:cs typeface="EB Garamond"/>
                <a:sym typeface="EB Garamond"/>
              </a:rPr>
              <a:t>HTML</a:t>
            </a:r>
            <a:endParaRPr/>
          </a:p>
        </p:txBody>
      </p:sp>
      <p:sp>
        <p:nvSpPr>
          <p:cNvPr id="347" name="Google Shape;347;p31"/>
          <p:cNvSpPr txBox="1"/>
          <p:nvPr/>
        </p:nvSpPr>
        <p:spPr>
          <a:xfrm>
            <a:off x="3535266" y="3130825"/>
            <a:ext cx="1623300" cy="523200"/>
          </a:xfrm>
          <a:prstGeom prst="rect">
            <a:avLst/>
          </a:prstGeom>
          <a:solidFill>
            <a:srgbClr val="EDA7A9"/>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EB Garamond"/>
                <a:ea typeface="EB Garamond"/>
                <a:cs typeface="EB Garamond"/>
                <a:sym typeface="EB Garamond"/>
              </a:rPr>
              <a:t>CSS</a:t>
            </a:r>
            <a:endParaRPr/>
          </a:p>
        </p:txBody>
      </p:sp>
      <p:sp>
        <p:nvSpPr>
          <p:cNvPr id="348" name="Google Shape;348;p31"/>
          <p:cNvSpPr txBox="1"/>
          <p:nvPr/>
        </p:nvSpPr>
        <p:spPr>
          <a:xfrm>
            <a:off x="7016151" y="4095984"/>
            <a:ext cx="3329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EB Garamond"/>
                <a:ea typeface="EB Garamond"/>
                <a:cs typeface="EB Garamond"/>
                <a:sym typeface="EB Garamond"/>
              </a:rPr>
              <a:t>BACKEND FUNCTIONALITY</a:t>
            </a:r>
            <a:endParaRPr sz="1800">
              <a:solidFill>
                <a:schemeClr val="dk1"/>
              </a:solidFill>
              <a:latin typeface="EB Garamond"/>
              <a:ea typeface="EB Garamond"/>
              <a:cs typeface="EB Garamond"/>
              <a:sym typeface="EB Garamond"/>
            </a:endParaRPr>
          </a:p>
        </p:txBody>
      </p:sp>
      <p:sp>
        <p:nvSpPr>
          <p:cNvPr id="349" name="Google Shape;349;p31"/>
          <p:cNvSpPr/>
          <p:nvPr/>
        </p:nvSpPr>
        <p:spPr>
          <a:xfrm>
            <a:off x="5820010" y="3104382"/>
            <a:ext cx="819600" cy="560700"/>
          </a:xfrm>
          <a:prstGeom prst="mathPlus">
            <a:avLst>
              <a:gd name="adj1" fmla="val 23520"/>
            </a:avLst>
          </a:prstGeom>
          <a:solidFill>
            <a:srgbClr val="595959"/>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2"/>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355" name="Google Shape;355;p32"/>
          <p:cNvSpPr txBox="1">
            <a:spLocks noGrp="1"/>
          </p:cNvSpPr>
          <p:nvPr>
            <p:ph type="body" idx="1"/>
          </p:nvPr>
        </p:nvSpPr>
        <p:spPr>
          <a:xfrm>
            <a:off x="211619" y="282198"/>
            <a:ext cx="11214600" cy="63972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17216B"/>
              </a:buClr>
              <a:buSzPts val="3200"/>
              <a:buNone/>
            </a:pPr>
            <a:r>
              <a:rPr lang="en-US" sz="3200" i="1" u="sng" dirty="0">
                <a:solidFill>
                  <a:srgbClr val="17216B"/>
                </a:solidFill>
              </a:rPr>
              <a:t>DESCRIPTION OF PROPOSED WORK</a:t>
            </a:r>
            <a:r>
              <a:rPr lang="en-US" dirty="0"/>
              <a:t> </a:t>
            </a:r>
            <a:endParaRPr dirty="0"/>
          </a:p>
          <a:p>
            <a:pPr marL="0" lvl="0" indent="0" algn="just" rtl="0">
              <a:lnSpc>
                <a:spcPct val="100000"/>
              </a:lnSpc>
              <a:spcBef>
                <a:spcPts val="360"/>
              </a:spcBef>
              <a:spcAft>
                <a:spcPts val="0"/>
              </a:spcAft>
              <a:buClr>
                <a:schemeClr val="accent6"/>
              </a:buClr>
              <a:buSzPts val="1800"/>
              <a:buNone/>
            </a:pPr>
            <a:endParaRPr dirty="0">
              <a:latin typeface="Arial"/>
              <a:ea typeface="Arial"/>
              <a:cs typeface="Arial"/>
              <a:sym typeface="Arial"/>
            </a:endParaRPr>
          </a:p>
          <a:p>
            <a:pPr marL="0" lvl="0" indent="0" algn="just" rtl="0">
              <a:lnSpc>
                <a:spcPct val="100000"/>
              </a:lnSpc>
              <a:spcBef>
                <a:spcPts val="360"/>
              </a:spcBef>
              <a:spcAft>
                <a:spcPts val="0"/>
              </a:spcAft>
              <a:buClr>
                <a:schemeClr val="accent6"/>
              </a:buClr>
              <a:buSzPts val="1800"/>
              <a:buNone/>
            </a:pPr>
            <a:r>
              <a:rPr lang="en-US" dirty="0">
                <a:latin typeface="Arial"/>
                <a:ea typeface="Arial"/>
                <a:cs typeface="Arial"/>
                <a:sym typeface="Arial"/>
              </a:rPr>
              <a:t>The back-end code is comprised of HTML5, CSS, and JavaScript. All three types of code are contained in one .html file and can be run solely from this file. One of the advantages of HTML 5 is that it is not necessary to include different types of web languages in a single file. Therefore, each type could have been separated, making a total of three files (plus the miscellaneous sound and image files). This is good practice for readability and keeping related code together. </a:t>
            </a:r>
            <a:endParaRPr dirty="0">
              <a:latin typeface="Arial"/>
              <a:ea typeface="Arial"/>
              <a:cs typeface="Arial"/>
              <a:sym typeface="Arial"/>
            </a:endParaRPr>
          </a:p>
          <a:p>
            <a:pPr marL="0" lvl="0" indent="0" algn="just" rtl="0">
              <a:lnSpc>
                <a:spcPct val="100000"/>
              </a:lnSpc>
              <a:spcBef>
                <a:spcPts val="360"/>
              </a:spcBef>
              <a:spcAft>
                <a:spcPts val="0"/>
              </a:spcAft>
              <a:buClr>
                <a:schemeClr val="accent6"/>
              </a:buClr>
              <a:buSzPts val="1800"/>
              <a:buNone/>
            </a:pPr>
            <a:endParaRPr dirty="0">
              <a:latin typeface="Arial"/>
              <a:ea typeface="Arial"/>
              <a:cs typeface="Arial"/>
              <a:sym typeface="Arial"/>
            </a:endParaRPr>
          </a:p>
          <a:p>
            <a:pPr marL="0" lvl="0" indent="0" algn="just" rtl="0">
              <a:lnSpc>
                <a:spcPct val="100000"/>
              </a:lnSpc>
              <a:spcBef>
                <a:spcPts val="360"/>
              </a:spcBef>
              <a:spcAft>
                <a:spcPts val="0"/>
              </a:spcAft>
              <a:buClr>
                <a:schemeClr val="accent6"/>
              </a:buClr>
              <a:buSzPts val="1800"/>
              <a:buNone/>
            </a:pPr>
            <a:r>
              <a:rPr lang="en-US" dirty="0">
                <a:latin typeface="Arial"/>
                <a:ea typeface="Arial"/>
                <a:cs typeface="Arial"/>
                <a:sym typeface="Arial"/>
              </a:rPr>
              <a:t>HTML5 and CSS are used for the interface. The HTML5 communicates with the JavaScript code and vice versa to launch the  appropriate algorithms and update the interface accordingly, as seen with a single, bidirectional arrow.</a:t>
            </a:r>
            <a:endParaRPr dirty="0"/>
          </a:p>
        </p:txBody>
      </p:sp>
      <p:sp>
        <p:nvSpPr>
          <p:cNvPr id="356" name="Google Shape;356;p32"/>
          <p:cNvSpPr txBox="1"/>
          <p:nvPr/>
        </p:nvSpPr>
        <p:spPr>
          <a:xfrm>
            <a:off x="395844" y="4096986"/>
            <a:ext cx="10848600" cy="24492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57" name="Google Shape;357;p32"/>
          <p:cNvSpPr txBox="1"/>
          <p:nvPr/>
        </p:nvSpPr>
        <p:spPr>
          <a:xfrm>
            <a:off x="576448" y="4277591"/>
            <a:ext cx="2139900" cy="75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EB Garamond"/>
              <a:ea typeface="EB Garamond"/>
              <a:cs typeface="EB Garamond"/>
              <a:sym typeface="EB Garamond"/>
            </a:endParaRPr>
          </a:p>
        </p:txBody>
      </p:sp>
      <p:sp>
        <p:nvSpPr>
          <p:cNvPr id="358" name="Google Shape;358;p32"/>
          <p:cNvSpPr txBox="1"/>
          <p:nvPr/>
        </p:nvSpPr>
        <p:spPr>
          <a:xfrm>
            <a:off x="714993" y="4416136"/>
            <a:ext cx="2139900" cy="58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dirty="0">
                <a:solidFill>
                  <a:schemeClr val="dk1"/>
                </a:solidFill>
                <a:latin typeface="EB Garamond"/>
                <a:ea typeface="EB Garamond"/>
                <a:cs typeface="EB Garamond"/>
                <a:sym typeface="EB Garamond"/>
              </a:rPr>
              <a:t>MODEL</a:t>
            </a:r>
            <a:endParaRPr dirty="0"/>
          </a:p>
          <a:p>
            <a:pPr marL="0" marR="0" lvl="0" indent="0" algn="ctr" rtl="0">
              <a:spcBef>
                <a:spcPts val="0"/>
              </a:spcBef>
              <a:spcAft>
                <a:spcPts val="0"/>
              </a:spcAft>
              <a:buNone/>
            </a:pPr>
            <a:r>
              <a:rPr lang="en-US" sz="1600" dirty="0">
                <a:solidFill>
                  <a:schemeClr val="dk1"/>
                </a:solidFill>
                <a:latin typeface="EB Garamond"/>
                <a:ea typeface="EB Garamond"/>
                <a:cs typeface="EB Garamond"/>
                <a:sym typeface="EB Garamond"/>
              </a:rPr>
              <a:t>Sorting Algorithms</a:t>
            </a:r>
            <a:endParaRPr dirty="0"/>
          </a:p>
        </p:txBody>
      </p:sp>
      <p:sp>
        <p:nvSpPr>
          <p:cNvPr id="359" name="Google Shape;359;p32"/>
          <p:cNvSpPr txBox="1"/>
          <p:nvPr/>
        </p:nvSpPr>
        <p:spPr>
          <a:xfrm>
            <a:off x="4406239" y="5514603"/>
            <a:ext cx="2139900" cy="5847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dk1"/>
                </a:solidFill>
                <a:latin typeface="EB Garamond"/>
                <a:ea typeface="EB Garamond"/>
                <a:cs typeface="EB Garamond"/>
                <a:sym typeface="EB Garamond"/>
              </a:rPr>
              <a:t>CONTROLLER</a:t>
            </a:r>
            <a:endParaRPr/>
          </a:p>
          <a:p>
            <a:pPr marL="0" marR="0" lvl="0" indent="0" algn="ctr" rtl="0">
              <a:spcBef>
                <a:spcPts val="0"/>
              </a:spcBef>
              <a:spcAft>
                <a:spcPts val="0"/>
              </a:spcAft>
              <a:buNone/>
            </a:pPr>
            <a:r>
              <a:rPr lang="en-US" sz="1600">
                <a:solidFill>
                  <a:schemeClr val="dk1"/>
                </a:solidFill>
                <a:latin typeface="EB Garamond"/>
                <a:ea typeface="EB Garamond"/>
                <a:cs typeface="EB Garamond"/>
                <a:sym typeface="EB Garamond"/>
              </a:rPr>
              <a:t>JavaScript</a:t>
            </a:r>
            <a:endParaRPr/>
          </a:p>
        </p:txBody>
      </p:sp>
      <p:sp>
        <p:nvSpPr>
          <p:cNvPr id="360" name="Google Shape;360;p32"/>
          <p:cNvSpPr txBox="1"/>
          <p:nvPr/>
        </p:nvSpPr>
        <p:spPr>
          <a:xfrm>
            <a:off x="8028213" y="4416135"/>
            <a:ext cx="2664600" cy="646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chemeClr val="dk1"/>
                </a:solidFill>
                <a:latin typeface="EB Garamond"/>
                <a:ea typeface="EB Garamond"/>
                <a:cs typeface="EB Garamond"/>
                <a:sym typeface="EB Garamond"/>
              </a:rPr>
              <a:t>VIEW</a:t>
            </a:r>
            <a:endParaRPr/>
          </a:p>
          <a:p>
            <a:pPr marL="0" marR="0" lvl="0" indent="0" algn="ctr" rtl="0">
              <a:spcBef>
                <a:spcPts val="0"/>
              </a:spcBef>
              <a:spcAft>
                <a:spcPts val="0"/>
              </a:spcAft>
              <a:buNone/>
            </a:pPr>
            <a:r>
              <a:rPr lang="en-US" sz="1800">
                <a:solidFill>
                  <a:schemeClr val="dk1"/>
                </a:solidFill>
                <a:latin typeface="EB Garamond"/>
                <a:ea typeface="EB Garamond"/>
                <a:cs typeface="EB Garamond"/>
                <a:sym typeface="EB Garamond"/>
              </a:rPr>
              <a:t>HTML User Interface</a:t>
            </a:r>
            <a:endParaRPr/>
          </a:p>
        </p:txBody>
      </p:sp>
      <p:cxnSp>
        <p:nvCxnSpPr>
          <p:cNvPr id="361" name="Google Shape;361;p32"/>
          <p:cNvCxnSpPr/>
          <p:nvPr/>
        </p:nvCxnSpPr>
        <p:spPr>
          <a:xfrm rot="10800000">
            <a:off x="2715242" y="4917168"/>
            <a:ext cx="1688400" cy="817500"/>
          </a:xfrm>
          <a:prstGeom prst="bentConnector3">
            <a:avLst>
              <a:gd name="adj1" fmla="val 50000"/>
            </a:avLst>
          </a:prstGeom>
          <a:noFill/>
          <a:ln w="9525" cap="flat" cmpd="sng">
            <a:solidFill>
              <a:schemeClr val="dk1"/>
            </a:solidFill>
            <a:prstDash val="solid"/>
            <a:miter lim="800000"/>
            <a:headEnd type="none" w="sm" len="sm"/>
            <a:tailEnd type="triangle" w="med" len="med"/>
          </a:ln>
        </p:spPr>
      </p:cxnSp>
      <p:sp>
        <p:nvSpPr>
          <p:cNvPr id="362" name="Google Shape;362;p32"/>
          <p:cNvSpPr txBox="1"/>
          <p:nvPr/>
        </p:nvSpPr>
        <p:spPr>
          <a:xfrm>
            <a:off x="2852551" y="4997532"/>
            <a:ext cx="1286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EB Garamond"/>
                <a:ea typeface="EB Garamond"/>
                <a:cs typeface="EB Garamond"/>
                <a:sym typeface="EB Garamond"/>
              </a:rPr>
              <a:t>notifies</a:t>
            </a:r>
            <a:endParaRPr sz="1400">
              <a:solidFill>
                <a:schemeClr val="dk1"/>
              </a:solidFill>
              <a:latin typeface="EB Garamond"/>
              <a:ea typeface="EB Garamond"/>
              <a:cs typeface="EB Garamond"/>
              <a:sym typeface="EB Garamond"/>
            </a:endParaRPr>
          </a:p>
        </p:txBody>
      </p:sp>
      <p:cxnSp>
        <p:nvCxnSpPr>
          <p:cNvPr id="363" name="Google Shape;363;p32"/>
          <p:cNvCxnSpPr/>
          <p:nvPr/>
        </p:nvCxnSpPr>
        <p:spPr>
          <a:xfrm>
            <a:off x="2674917" y="4451268"/>
            <a:ext cx="1894200" cy="3900"/>
          </a:xfrm>
          <a:prstGeom prst="straightConnector1">
            <a:avLst/>
          </a:prstGeom>
          <a:noFill/>
          <a:ln w="9525" cap="flat" cmpd="sng">
            <a:solidFill>
              <a:schemeClr val="dk1"/>
            </a:solidFill>
            <a:prstDash val="solid"/>
            <a:miter lim="800000"/>
            <a:headEnd type="none" w="sm" len="sm"/>
            <a:tailEnd type="none" w="sm" len="sm"/>
          </a:ln>
        </p:spPr>
      </p:cxnSp>
      <p:cxnSp>
        <p:nvCxnSpPr>
          <p:cNvPr id="364" name="Google Shape;364;p32"/>
          <p:cNvCxnSpPr/>
          <p:nvPr/>
        </p:nvCxnSpPr>
        <p:spPr>
          <a:xfrm flipH="1">
            <a:off x="4523817" y="4455596"/>
            <a:ext cx="6000" cy="1053000"/>
          </a:xfrm>
          <a:prstGeom prst="straightConnector1">
            <a:avLst/>
          </a:prstGeom>
          <a:noFill/>
          <a:ln w="9525" cap="flat" cmpd="sng">
            <a:solidFill>
              <a:schemeClr val="dk1"/>
            </a:solidFill>
            <a:prstDash val="solid"/>
            <a:miter lim="800000"/>
            <a:headEnd type="none" w="sm" len="sm"/>
            <a:tailEnd type="triangle" w="med" len="med"/>
          </a:ln>
        </p:spPr>
      </p:cxnSp>
      <p:sp>
        <p:nvSpPr>
          <p:cNvPr id="365" name="Google Shape;365;p32"/>
          <p:cNvSpPr txBox="1"/>
          <p:nvPr/>
        </p:nvSpPr>
        <p:spPr>
          <a:xfrm>
            <a:off x="4532415" y="4455720"/>
            <a:ext cx="1546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EB Garamond"/>
                <a:ea typeface="EB Garamond"/>
                <a:cs typeface="EB Garamond"/>
                <a:sym typeface="EB Garamond"/>
              </a:rPr>
              <a:t>updates</a:t>
            </a:r>
            <a:endParaRPr sz="1400">
              <a:solidFill>
                <a:schemeClr val="dk1"/>
              </a:solidFill>
              <a:latin typeface="EB Garamond"/>
              <a:ea typeface="EB Garamond"/>
              <a:cs typeface="EB Garamond"/>
              <a:sym typeface="EB Garamond"/>
            </a:endParaRPr>
          </a:p>
        </p:txBody>
      </p:sp>
      <p:cxnSp>
        <p:nvCxnSpPr>
          <p:cNvPr id="366" name="Google Shape;366;p32"/>
          <p:cNvCxnSpPr/>
          <p:nvPr/>
        </p:nvCxnSpPr>
        <p:spPr>
          <a:xfrm rot="10800000" flipH="1">
            <a:off x="6537490" y="4943166"/>
            <a:ext cx="1686300" cy="768000"/>
          </a:xfrm>
          <a:prstGeom prst="bentConnector3">
            <a:avLst>
              <a:gd name="adj1" fmla="val 50000"/>
            </a:avLst>
          </a:prstGeom>
          <a:noFill/>
          <a:ln w="9525" cap="flat" cmpd="sng">
            <a:solidFill>
              <a:schemeClr val="dk1"/>
            </a:solidFill>
            <a:prstDash val="solid"/>
            <a:miter lim="800000"/>
            <a:headEnd type="none" w="sm" len="sm"/>
            <a:tailEnd type="triangle" w="med" len="med"/>
          </a:ln>
        </p:spPr>
      </p:cxnSp>
      <p:sp>
        <p:nvSpPr>
          <p:cNvPr id="367" name="Google Shape;367;p32"/>
          <p:cNvSpPr txBox="1"/>
          <p:nvPr/>
        </p:nvSpPr>
        <p:spPr>
          <a:xfrm>
            <a:off x="7386452" y="5199414"/>
            <a:ext cx="8235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EB Garamond"/>
                <a:ea typeface="EB Garamond"/>
                <a:cs typeface="EB Garamond"/>
                <a:sym typeface="EB Garamond"/>
              </a:rPr>
              <a:t>updates</a:t>
            </a:r>
            <a:endParaRPr sz="1800">
              <a:solidFill>
                <a:schemeClr val="dk1"/>
              </a:solidFill>
              <a:latin typeface="EB Garamond"/>
              <a:ea typeface="EB Garamond"/>
              <a:cs typeface="EB Garamond"/>
              <a:sym typeface="EB Garamond"/>
            </a:endParaRPr>
          </a:p>
        </p:txBody>
      </p:sp>
      <p:cxnSp>
        <p:nvCxnSpPr>
          <p:cNvPr id="368" name="Google Shape;368;p32"/>
          <p:cNvCxnSpPr/>
          <p:nvPr/>
        </p:nvCxnSpPr>
        <p:spPr>
          <a:xfrm rot="10800000" flipH="1">
            <a:off x="6185559" y="4571441"/>
            <a:ext cx="1844700" cy="6000"/>
          </a:xfrm>
          <a:prstGeom prst="straightConnector1">
            <a:avLst/>
          </a:prstGeom>
          <a:noFill/>
          <a:ln w="9525" cap="flat" cmpd="sng">
            <a:solidFill>
              <a:schemeClr val="dk1"/>
            </a:solidFill>
            <a:prstDash val="solid"/>
            <a:miter lim="800000"/>
            <a:headEnd type="none" w="sm" len="sm"/>
            <a:tailEnd type="none" w="sm" len="sm"/>
          </a:ln>
        </p:spPr>
      </p:cxnSp>
      <p:cxnSp>
        <p:nvCxnSpPr>
          <p:cNvPr id="369" name="Google Shape;369;p32"/>
          <p:cNvCxnSpPr/>
          <p:nvPr/>
        </p:nvCxnSpPr>
        <p:spPr>
          <a:xfrm>
            <a:off x="6229474" y="4581773"/>
            <a:ext cx="3900" cy="973800"/>
          </a:xfrm>
          <a:prstGeom prst="straightConnector1">
            <a:avLst/>
          </a:prstGeom>
          <a:noFill/>
          <a:ln w="9525" cap="flat" cmpd="sng">
            <a:solidFill>
              <a:schemeClr val="dk1"/>
            </a:solidFill>
            <a:prstDash val="solid"/>
            <a:miter lim="800000"/>
            <a:headEnd type="none" w="sm" len="sm"/>
            <a:tailEnd type="triangle" w="med" len="med"/>
          </a:ln>
        </p:spPr>
      </p:cxnSp>
      <p:sp>
        <p:nvSpPr>
          <p:cNvPr id="370" name="Google Shape;370;p32"/>
          <p:cNvSpPr txBox="1"/>
          <p:nvPr/>
        </p:nvSpPr>
        <p:spPr>
          <a:xfrm>
            <a:off x="6175168" y="4574474"/>
            <a:ext cx="19173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EB Garamond"/>
                <a:ea typeface="EB Garamond"/>
                <a:cs typeface="EB Garamond"/>
                <a:sym typeface="EB Garamond"/>
              </a:rPr>
              <a:t>User-input</a:t>
            </a:r>
            <a:endParaRPr sz="1400">
              <a:solidFill>
                <a:schemeClr val="dk1"/>
              </a:solidFill>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3"/>
          <p:cNvSpPr txBox="1">
            <a:spLocks noGrp="1"/>
          </p:cNvSpPr>
          <p:nvPr>
            <p:ph type="title"/>
          </p:nvPr>
        </p:nvSpPr>
        <p:spPr>
          <a:xfrm>
            <a:off x="244355" y="48689"/>
            <a:ext cx="11205300" cy="635211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accent6"/>
              </a:buClr>
              <a:buSzPts val="2400"/>
              <a:buFont typeface="Arial Black"/>
              <a:buNone/>
            </a:pPr>
            <a:r>
              <a:rPr lang="en-US" sz="2400" b="0" dirty="0"/>
              <a:t>IV</a:t>
            </a:r>
            <a:r>
              <a:rPr lang="en-US" sz="2200" b="0" dirty="0"/>
              <a:t>. </a:t>
            </a:r>
            <a:r>
              <a:rPr lang="en-US" sz="2400" b="0" u="sng" dirty="0"/>
              <a:t>PROJECT MODULES DESCRIPTION</a:t>
            </a: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br>
              <a:rPr lang="en-US" sz="2400" b="0" u="sng" dirty="0"/>
            </a:br>
            <a:r>
              <a:rPr lang="en-US" sz="1800" b="0" dirty="0"/>
              <a:t>Size of the Array:- </a:t>
            </a:r>
            <a:br>
              <a:rPr lang="en-US" sz="2400" b="0" u="sng" dirty="0"/>
            </a:br>
            <a:br>
              <a:rPr lang="en-US" sz="2400" b="0" u="sng" dirty="0"/>
            </a:br>
            <a:r>
              <a:rPr lang="en-US" sz="1800" b="0" dirty="0"/>
              <a:t>Speed of the array:- </a:t>
            </a:r>
            <a:br>
              <a:rPr lang="en-US" sz="2400" b="0" u="sng" dirty="0"/>
            </a:br>
            <a:br>
              <a:rPr lang="en-US" sz="2400" b="0" u="sng" dirty="0"/>
            </a:br>
            <a:endParaRPr sz="4000" u="sng" dirty="0"/>
          </a:p>
        </p:txBody>
      </p:sp>
      <p:sp>
        <p:nvSpPr>
          <p:cNvPr id="376" name="Google Shape;376;p33"/>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77" name="Google Shape;377;p33"/>
          <p:cNvPicPr preferRelativeResize="0">
            <a:picLocks noGrp="1"/>
          </p:cNvPicPr>
          <p:nvPr>
            <p:ph type="body" idx="1"/>
          </p:nvPr>
        </p:nvPicPr>
        <p:blipFill rotWithShape="1">
          <a:blip r:embed="rId3">
            <a:alphaModFix/>
          </a:blip>
          <a:srcRect/>
          <a:stretch/>
        </p:blipFill>
        <p:spPr>
          <a:xfrm>
            <a:off x="904602" y="907887"/>
            <a:ext cx="8540100" cy="3285300"/>
          </a:xfrm>
          <a:prstGeom prst="rect">
            <a:avLst/>
          </a:prstGeom>
          <a:solidFill>
            <a:srgbClr val="F5F6E7"/>
          </a:solidFill>
          <a:ln>
            <a:noFill/>
          </a:ln>
        </p:spPr>
      </p:pic>
      <p:sp>
        <p:nvSpPr>
          <p:cNvPr id="2" name="TextBox 1">
            <a:extLst>
              <a:ext uri="{FF2B5EF4-FFF2-40B4-BE49-F238E27FC236}">
                <a16:creationId xmlns:a16="http://schemas.microsoft.com/office/drawing/2014/main" id="{B9434E89-0F31-38D5-0402-C65A11A7C057}"/>
              </a:ext>
            </a:extLst>
          </p:cNvPr>
          <p:cNvSpPr txBox="1"/>
          <p:nvPr/>
        </p:nvSpPr>
        <p:spPr>
          <a:xfrm>
            <a:off x="2590798" y="4484799"/>
            <a:ext cx="8471648" cy="307777"/>
          </a:xfrm>
          <a:prstGeom prst="rect">
            <a:avLst/>
          </a:prstGeom>
          <a:noFill/>
        </p:spPr>
        <p:txBody>
          <a:bodyPr wrap="square" rtlCol="0">
            <a:spAutoFit/>
          </a:bodyPr>
          <a:lstStyle/>
          <a:p>
            <a:r>
              <a:rPr lang="en-US" dirty="0"/>
              <a:t>This is used increase or decrease  of an array.</a:t>
            </a:r>
            <a:endParaRPr lang="en-IN" dirty="0"/>
          </a:p>
        </p:txBody>
      </p:sp>
      <p:sp>
        <p:nvSpPr>
          <p:cNvPr id="3" name="TextBox 2">
            <a:extLst>
              <a:ext uri="{FF2B5EF4-FFF2-40B4-BE49-F238E27FC236}">
                <a16:creationId xmlns:a16="http://schemas.microsoft.com/office/drawing/2014/main" id="{6EB51E00-F9A7-9590-4D0B-1CE6B31256F7}"/>
              </a:ext>
            </a:extLst>
          </p:cNvPr>
          <p:cNvSpPr txBox="1"/>
          <p:nvPr/>
        </p:nvSpPr>
        <p:spPr>
          <a:xfrm>
            <a:off x="2779060" y="4878514"/>
            <a:ext cx="5674658" cy="523220"/>
          </a:xfrm>
          <a:prstGeom prst="rect">
            <a:avLst/>
          </a:prstGeom>
          <a:noFill/>
        </p:spPr>
        <p:txBody>
          <a:bodyPr wrap="square" rtlCol="0">
            <a:spAutoFit/>
          </a:bodyPr>
          <a:lstStyle/>
          <a:p>
            <a:endParaRPr lang="en-US" dirty="0"/>
          </a:p>
          <a:p>
            <a:r>
              <a:rPr lang="en-US" dirty="0"/>
              <a:t>This is used to manage the speed of the bars or  an array.</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4"/>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383" name="Google Shape;383;p34"/>
          <p:cNvSpPr txBox="1">
            <a:spLocks noGrp="1"/>
          </p:cNvSpPr>
          <p:nvPr>
            <p:ph type="body" idx="1"/>
          </p:nvPr>
        </p:nvSpPr>
        <p:spPr>
          <a:xfrm>
            <a:off x="80317" y="519954"/>
            <a:ext cx="11425800" cy="5602940"/>
          </a:xfrm>
          <a:prstGeom prst="rect">
            <a:avLst/>
          </a:prstGeom>
          <a:solidFill>
            <a:srgbClr val="F5F6E7"/>
          </a:solidFill>
          <a:ln>
            <a:noFill/>
          </a:ln>
        </p:spPr>
        <p:txBody>
          <a:bodyPr spcFirstLastPara="1" wrap="square" lIns="91425" tIns="45700" rIns="91425" bIns="45700" anchor="t" anchorCtr="0">
            <a:normAutofit/>
          </a:bodyPr>
          <a:lstStyle/>
          <a:p>
            <a:pPr marL="114300" indent="0" algn="l">
              <a:buNone/>
            </a:pPr>
            <a:r>
              <a:rPr lang="en-IN" sz="2400" b="1" i="0" u="sng" dirty="0">
                <a:effectLst/>
                <a:latin typeface="-apple-system"/>
              </a:rPr>
              <a:t>Implemented algorithms:</a:t>
            </a:r>
          </a:p>
          <a:p>
            <a:pPr algn="l">
              <a:buFont typeface="+mj-lt"/>
              <a:buAutoNum type="arabicPeriod"/>
            </a:pPr>
            <a:r>
              <a:rPr lang="en-IN" b="0" i="0" dirty="0">
                <a:effectLst/>
                <a:latin typeface="-apple-system"/>
              </a:rPr>
              <a:t>Bubble sort</a:t>
            </a:r>
          </a:p>
          <a:p>
            <a:pPr algn="l">
              <a:buFont typeface="+mj-lt"/>
              <a:buAutoNum type="arabicPeriod"/>
            </a:pPr>
            <a:r>
              <a:rPr lang="en-IN" b="0" i="0" dirty="0">
                <a:effectLst/>
                <a:latin typeface="-apple-system"/>
              </a:rPr>
              <a:t>Selection sort</a:t>
            </a:r>
          </a:p>
          <a:p>
            <a:pPr algn="l">
              <a:buFont typeface="+mj-lt"/>
              <a:buAutoNum type="arabicPeriod"/>
            </a:pPr>
            <a:r>
              <a:rPr lang="en-IN" b="0" i="0" dirty="0">
                <a:effectLst/>
                <a:latin typeface="-apple-system"/>
              </a:rPr>
              <a:t>Insertion sort</a:t>
            </a:r>
          </a:p>
          <a:p>
            <a:pPr algn="l">
              <a:buFont typeface="+mj-lt"/>
              <a:buAutoNum type="arabicPeriod"/>
            </a:pPr>
            <a:r>
              <a:rPr lang="en-IN" b="0" i="0" dirty="0">
                <a:effectLst/>
                <a:latin typeface="-apple-system"/>
              </a:rPr>
              <a:t>Merge sort</a:t>
            </a:r>
          </a:p>
          <a:p>
            <a:pPr algn="l">
              <a:buFont typeface="+mj-lt"/>
              <a:buAutoNum type="arabicPeriod"/>
            </a:pPr>
            <a:r>
              <a:rPr lang="en-IN" b="0" i="0" dirty="0">
                <a:effectLst/>
                <a:latin typeface="-apple-system"/>
              </a:rPr>
              <a:t>Quick sort</a:t>
            </a:r>
          </a:p>
          <a:p>
            <a:pPr algn="l">
              <a:buFont typeface="+mj-lt"/>
              <a:buAutoNum type="arabicPeriod"/>
            </a:pPr>
            <a:r>
              <a:rPr lang="en-IN" b="0" i="0" dirty="0">
                <a:effectLst/>
                <a:latin typeface="-apple-system"/>
              </a:rPr>
              <a:t>Heap sort</a:t>
            </a:r>
          </a:p>
          <a:p>
            <a:pPr marL="114300" indent="0" algn="l">
              <a:buNone/>
            </a:pPr>
            <a:endParaRPr lang="en-IN" dirty="0">
              <a:latin typeface="-apple-system"/>
            </a:endParaRPr>
          </a:p>
          <a:p>
            <a:pPr marL="114300" indent="0" algn="l">
              <a:buNone/>
            </a:pPr>
            <a:endParaRPr lang="en-IN" b="0" i="0" dirty="0">
              <a:effectLst/>
              <a:latin typeface="-apple-system"/>
            </a:endParaRPr>
          </a:p>
          <a:p>
            <a:pPr marL="114300" indent="0" algn="l">
              <a:buNone/>
            </a:pPr>
            <a:r>
              <a:rPr lang="en-US" sz="2400" b="1" i="1" u="sng" dirty="0">
                <a:effectLst/>
                <a:latin typeface="-apple-system"/>
              </a:rPr>
              <a:t>Features:</a:t>
            </a:r>
          </a:p>
          <a:p>
            <a:pPr algn="l">
              <a:buFont typeface="+mj-lt"/>
              <a:buAutoNum type="arabicPeriod"/>
            </a:pPr>
            <a:r>
              <a:rPr lang="en-US" b="0" i="0" dirty="0">
                <a:effectLst/>
                <a:latin typeface="-apple-system"/>
              </a:rPr>
              <a:t>Colored representation of step being executed. 1.1) Blue : default 1.2) Yellow: Being compared 1.3) Red: Identified as in incorrect position and to be moved 1.4) Green: In correct position</a:t>
            </a:r>
          </a:p>
          <a:p>
            <a:pPr algn="l">
              <a:buFont typeface="+mj-lt"/>
              <a:buAutoNum type="arabicPeriod"/>
            </a:pPr>
            <a:r>
              <a:rPr lang="en-US" b="0" i="0" dirty="0">
                <a:effectLst/>
                <a:latin typeface="-apple-system"/>
              </a:rPr>
              <a:t>3 Controls for visualizations :- 2.1) Speed of visualization (5 speed levels) 2.2) Data size () 2.3) Generation of new data (Randomly generate new data).</a:t>
            </a:r>
          </a:p>
          <a:p>
            <a:pPr algn="l">
              <a:buFont typeface="+mj-lt"/>
              <a:buAutoNum type="arabicPeriod"/>
            </a:pPr>
            <a:r>
              <a:rPr lang="en-US" b="0" i="0" dirty="0">
                <a:effectLst/>
                <a:latin typeface="-apple-system"/>
              </a:rPr>
              <a:t>Time and Space complexity of algorithm being visualized.</a:t>
            </a:r>
          </a:p>
          <a:p>
            <a:pPr marL="114300" indent="0" algn="l">
              <a:buNone/>
            </a:pPr>
            <a:endParaRPr lang="en-IN" b="0" i="0" dirty="0">
              <a:effectLst/>
              <a:latin typeface="-apple-system"/>
            </a:endParaRPr>
          </a:p>
          <a:p>
            <a:pPr marL="0" lvl="0" indent="0" algn="just" rtl="0">
              <a:lnSpc>
                <a:spcPct val="100000"/>
              </a:lnSpc>
              <a:spcBef>
                <a:spcPts val="0"/>
              </a:spcBef>
              <a:spcAft>
                <a:spcPts val="0"/>
              </a:spcAft>
              <a:buClr>
                <a:schemeClr val="accent6"/>
              </a:buClr>
              <a:buSzPts val="1800"/>
              <a:buNone/>
            </a:pPr>
            <a:endParaRPr dirty="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5"/>
          <p:cNvSpPr txBox="1">
            <a:spLocks noGrp="1"/>
          </p:cNvSpPr>
          <p:nvPr>
            <p:ph type="title"/>
          </p:nvPr>
        </p:nvSpPr>
        <p:spPr>
          <a:xfrm>
            <a:off x="3571148" y="454428"/>
            <a:ext cx="7439100" cy="809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3600"/>
              <a:buFont typeface="Arial Black"/>
              <a:buNone/>
            </a:pPr>
            <a:r>
              <a:rPr lang="en-US" sz="3600"/>
              <a:t>V. TECHNOLOGY USED</a:t>
            </a:r>
            <a:endParaRPr/>
          </a:p>
        </p:txBody>
      </p:sp>
      <p:sp>
        <p:nvSpPr>
          <p:cNvPr id="389" name="Google Shape;389;p35"/>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390" name="Google Shape;390;p35"/>
          <p:cNvSpPr txBox="1">
            <a:spLocks noGrp="1"/>
          </p:cNvSpPr>
          <p:nvPr>
            <p:ph type="body" idx="2"/>
          </p:nvPr>
        </p:nvSpPr>
        <p:spPr>
          <a:xfrm>
            <a:off x="3986784" y="1616706"/>
            <a:ext cx="6822000" cy="3901200"/>
          </a:xfrm>
          <a:prstGeom prst="rect">
            <a:avLst/>
          </a:prstGeom>
          <a:noFill/>
          <a:ln>
            <a:noFill/>
          </a:ln>
        </p:spPr>
        <p:txBody>
          <a:bodyPr spcFirstLastPara="1" wrap="square" lIns="45700" tIns="45700" rIns="45700" bIns="45700" anchor="t" anchorCtr="0">
            <a:noAutofit/>
          </a:bodyPr>
          <a:lstStyle/>
          <a:p>
            <a:pPr marL="347345" lvl="0" indent="-347345" algn="l" rtl="0">
              <a:lnSpc>
                <a:spcPct val="100000"/>
              </a:lnSpc>
              <a:spcBef>
                <a:spcPts val="0"/>
              </a:spcBef>
              <a:spcAft>
                <a:spcPts val="0"/>
              </a:spcAft>
              <a:buClr>
                <a:schemeClr val="accent6"/>
              </a:buClr>
              <a:buSzPts val="2400"/>
              <a:buChar char="•"/>
            </a:pPr>
            <a:r>
              <a:rPr lang="en-US" sz="2400"/>
              <a:t>HTML(Hyper Text Markup Language)</a:t>
            </a:r>
            <a:endParaRPr/>
          </a:p>
          <a:p>
            <a:pPr marL="347345" lvl="0" indent="-347345" algn="l" rtl="0">
              <a:lnSpc>
                <a:spcPct val="100000"/>
              </a:lnSpc>
              <a:spcBef>
                <a:spcPts val="1000"/>
              </a:spcBef>
              <a:spcAft>
                <a:spcPts val="0"/>
              </a:spcAft>
              <a:buClr>
                <a:schemeClr val="accent6"/>
              </a:buClr>
              <a:buSzPts val="2400"/>
              <a:buChar char="•"/>
            </a:pPr>
            <a:r>
              <a:rPr lang="en-US" sz="2400"/>
              <a:t>CSS (Cascading Style-Sheet)</a:t>
            </a:r>
            <a:endParaRPr sz="2400"/>
          </a:p>
          <a:p>
            <a:pPr marL="347345" lvl="0" indent="-347345" algn="l" rtl="0">
              <a:lnSpc>
                <a:spcPct val="100000"/>
              </a:lnSpc>
              <a:spcBef>
                <a:spcPts val="1000"/>
              </a:spcBef>
              <a:spcAft>
                <a:spcPts val="0"/>
              </a:spcAft>
              <a:buClr>
                <a:schemeClr val="accent6"/>
              </a:buClr>
              <a:buSzPts val="2400"/>
              <a:buChar char="•"/>
            </a:pPr>
            <a:r>
              <a:rPr lang="en-US" sz="2400"/>
              <a:t>JavaScript</a:t>
            </a:r>
            <a:endParaRPr/>
          </a:p>
          <a:p>
            <a:pPr marL="0" lvl="0" indent="0" algn="l" rtl="0">
              <a:lnSpc>
                <a:spcPct val="100000"/>
              </a:lnSpc>
              <a:spcBef>
                <a:spcPts val="1000"/>
              </a:spcBef>
              <a:spcAft>
                <a:spcPts val="0"/>
              </a:spcAft>
              <a:buClr>
                <a:schemeClr val="accent6"/>
              </a:buClr>
              <a:buSzPts val="2400"/>
              <a:buNone/>
            </a:pP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6"/>
          <p:cNvSpPr txBox="1">
            <a:spLocks noGrp="1"/>
          </p:cNvSpPr>
          <p:nvPr>
            <p:ph type="title"/>
          </p:nvPr>
        </p:nvSpPr>
        <p:spPr>
          <a:xfrm>
            <a:off x="527573" y="939338"/>
            <a:ext cx="7511700" cy="8094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3800"/>
              <a:buFont typeface="Arial Black"/>
              <a:buNone/>
            </a:pPr>
            <a:r>
              <a:rPr lang="en-US"/>
              <a:t>VI. </a:t>
            </a:r>
            <a:r>
              <a:rPr lang="en-US" u="sng"/>
              <a:t>CONCLUSION</a:t>
            </a:r>
            <a:endParaRPr/>
          </a:p>
        </p:txBody>
      </p:sp>
      <p:sp>
        <p:nvSpPr>
          <p:cNvPr id="396" name="Google Shape;396;p36"/>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397" name="Google Shape;397;p36"/>
          <p:cNvSpPr txBox="1">
            <a:spLocks noGrp="1"/>
          </p:cNvSpPr>
          <p:nvPr>
            <p:ph type="body" idx="1"/>
          </p:nvPr>
        </p:nvSpPr>
        <p:spPr>
          <a:xfrm>
            <a:off x="476773" y="2048251"/>
            <a:ext cx="10175100" cy="3495600"/>
          </a:xfrm>
          <a:prstGeom prst="rect">
            <a:avLst/>
          </a:prstGeom>
          <a:solidFill>
            <a:srgbClr val="F5F6E7"/>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6"/>
              </a:buClr>
              <a:buSzPts val="2000"/>
              <a:buNone/>
            </a:pPr>
            <a:r>
              <a:rPr lang="en-US" sz="2000" dirty="0">
                <a:latin typeface="Arial"/>
                <a:ea typeface="Arial"/>
                <a:cs typeface="Arial"/>
                <a:sym typeface="Arial"/>
              </a:rPr>
              <a:t>Through much time and effort, I have successfully created a working web-based animation tool for visualizing the following sorting algorithms: Selection Sort, Bubble Sort, Insertion Sort, and Merge/Insertion Sort and path finding, search algorithm. Even with its memory overhead, it received overall positive feedback from the students who explored it. I am not surprised that there was not a significant difference in learning the material, which reflects what I found in my previous research. There remains, however, a strong mindset to research and create animations like these to improve learning in the classroom, which I agree with completely.</a:t>
            </a:r>
            <a:endParaRPr sz="2000" dirty="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7"/>
          <p:cNvSpPr txBox="1">
            <a:spLocks noGrp="1"/>
          </p:cNvSpPr>
          <p:nvPr>
            <p:ph type="title"/>
          </p:nvPr>
        </p:nvSpPr>
        <p:spPr>
          <a:xfrm>
            <a:off x="702733" y="342053"/>
            <a:ext cx="7223700" cy="7281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6"/>
              </a:buClr>
              <a:buSzPts val="3800"/>
              <a:buFont typeface="Arial Black"/>
              <a:buNone/>
            </a:pPr>
            <a:r>
              <a:rPr lang="en-US"/>
              <a:t>VII. </a:t>
            </a:r>
            <a:r>
              <a:rPr lang="en-US" u="sng"/>
              <a:t>REFERENCE</a:t>
            </a:r>
            <a:endParaRPr/>
          </a:p>
        </p:txBody>
      </p:sp>
      <p:sp>
        <p:nvSpPr>
          <p:cNvPr id="403" name="Google Shape;403;p37"/>
          <p:cNvSpPr txBox="1">
            <a:spLocks noGrp="1"/>
          </p:cNvSpPr>
          <p:nvPr>
            <p:ph type="sldNum" idx="12"/>
          </p:nvPr>
        </p:nvSpPr>
        <p:spPr>
          <a:xfrm>
            <a:off x="10438475" y="457199"/>
            <a:ext cx="987600" cy="244500"/>
          </a:xfrm>
          <a:prstGeom prst="rect">
            <a:avLst/>
          </a:prstGeom>
          <a:noFill/>
          <a:ln>
            <a:noFill/>
          </a:ln>
        </p:spPr>
        <p:txBody>
          <a:bodyPr spcFirstLastPara="1" wrap="square" lIns="91425" tIns="45700" rIns="0"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404" name="Google Shape;404;p37"/>
          <p:cNvSpPr txBox="1">
            <a:spLocks noGrp="1"/>
          </p:cNvSpPr>
          <p:nvPr>
            <p:ph type="body" idx="1"/>
          </p:nvPr>
        </p:nvSpPr>
        <p:spPr>
          <a:xfrm>
            <a:off x="482600" y="1239079"/>
            <a:ext cx="9721500" cy="2872500"/>
          </a:xfrm>
          <a:prstGeom prst="rect">
            <a:avLst/>
          </a:prstGeom>
          <a:solidFill>
            <a:srgbClr val="F8E7E7"/>
          </a:solid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00000"/>
              </a:buClr>
              <a:buSzPts val="1800"/>
              <a:buNone/>
            </a:pPr>
            <a:r>
              <a:rPr lang="en-US" sz="1800">
                <a:solidFill>
                  <a:srgbClr val="000000"/>
                </a:solidFill>
                <a:latin typeface="Arial"/>
                <a:ea typeface="Arial"/>
                <a:cs typeface="Arial"/>
                <a:sym typeface="Arial"/>
              </a:rPr>
              <a:t> [1] https://digitalcommons.ric.edu/cgi/viewcontent. cgi?article=1129&amp;context=honors_projects</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 [2] http://citeseerx.ist.psu.edu/viewdoc/download?d oi=10.1.1.110.9207&amp;rep=rep1&amp;type=pdf</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 [3] </a:t>
            </a:r>
            <a:r>
              <a:rPr lang="en-US" sz="1800" u="sng">
                <a:solidFill>
                  <a:schemeClr val="hlink"/>
                </a:solidFill>
                <a:latin typeface="Arial"/>
                <a:ea typeface="Arial"/>
                <a:cs typeface="Arial"/>
                <a:sym typeface="Arial"/>
                <a:hlinkClick r:id="rId3"/>
              </a:rPr>
              <a:t>https://theses.cz/id/3w4s3a/Mykhailo-Klunkobc-thesis.pdf</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 [4] </a:t>
            </a:r>
            <a:r>
              <a:rPr lang="en-US" sz="1800" u="sng">
                <a:solidFill>
                  <a:schemeClr val="hlink"/>
                </a:solidFill>
                <a:latin typeface="Arial"/>
                <a:ea typeface="Arial"/>
                <a:cs typeface="Arial"/>
                <a:sym typeface="Arial"/>
                <a:hlinkClick r:id="rId4"/>
              </a:rPr>
              <a:t>https://www.geeksforgeeks.org/fundamentalsof-algorithms/</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 [5] </a:t>
            </a:r>
            <a:r>
              <a:rPr lang="en-US" sz="1800" u="sng">
                <a:solidFill>
                  <a:schemeClr val="hlink"/>
                </a:solidFill>
                <a:latin typeface="Arial"/>
                <a:ea typeface="Arial"/>
                <a:cs typeface="Arial"/>
                <a:sym typeface="Arial"/>
                <a:hlinkClick r:id="rId5"/>
              </a:rPr>
              <a:t>https://panthema.net/2013/sound-of-sorting/</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 [6] https://algorithm-visualizer.org/ </a:t>
            </a:r>
            <a:endParaRPr sz="1800">
              <a:solidFill>
                <a:srgbClr val="1F2C8F"/>
              </a:solidFill>
              <a:latin typeface="Arial"/>
              <a:ea typeface="Arial"/>
              <a:cs typeface="Arial"/>
              <a:sym typeface="Arial"/>
            </a:endParaRPr>
          </a:p>
          <a:p>
            <a:pPr marL="0" lvl="0" indent="0" algn="l" rtl="0">
              <a:lnSpc>
                <a:spcPct val="100000"/>
              </a:lnSpc>
              <a:spcBef>
                <a:spcPts val="360"/>
              </a:spcBef>
              <a:spcAft>
                <a:spcPts val="0"/>
              </a:spcAft>
              <a:buClr>
                <a:srgbClr val="000000"/>
              </a:buClr>
              <a:buSzPts val="1800"/>
              <a:buNone/>
            </a:pPr>
            <a:r>
              <a:rPr lang="en-US" sz="1800">
                <a:solidFill>
                  <a:srgbClr val="000000"/>
                </a:solidFill>
                <a:latin typeface="Arial"/>
                <a:ea typeface="Arial"/>
                <a:cs typeface="Arial"/>
                <a:sym typeface="Arial"/>
              </a:rPr>
              <a:t>[7] https://clementmihailescu.github.io/PathfindingVisualizer/.</a:t>
            </a:r>
            <a:endParaRPr sz="1800">
              <a:latin typeface="Arial"/>
              <a:ea typeface="Arial"/>
              <a:cs typeface="Arial"/>
              <a:sym typeface="Arial"/>
            </a:endParaRPr>
          </a:p>
          <a:p>
            <a:pPr marL="0" lvl="0" indent="0" algn="l" rtl="0">
              <a:lnSpc>
                <a:spcPct val="100000"/>
              </a:lnSpc>
              <a:spcBef>
                <a:spcPts val="360"/>
              </a:spcBef>
              <a:spcAft>
                <a:spcPts val="0"/>
              </a:spcAft>
              <a:buClr>
                <a:schemeClr val="accent6"/>
              </a:buClr>
              <a:buSzPts val="14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8"/>
          <p:cNvSpPr txBox="1">
            <a:spLocks noGrp="1"/>
          </p:cNvSpPr>
          <p:nvPr>
            <p:ph type="ctrTitle"/>
          </p:nvPr>
        </p:nvSpPr>
        <p:spPr>
          <a:xfrm>
            <a:off x="372534" y="1002453"/>
            <a:ext cx="8971200" cy="3386700"/>
          </a:xfrm>
          <a:prstGeom prst="rect">
            <a:avLst/>
          </a:prstGeom>
          <a:noFill/>
          <a:ln>
            <a:noFill/>
          </a:ln>
        </p:spPr>
        <p:txBody>
          <a:bodyPr spcFirstLastPara="1" wrap="square" lIns="91425" tIns="0" rIns="91425" bIns="45700" anchor="b" anchorCtr="0">
            <a:noAutofit/>
          </a:bodyPr>
          <a:lstStyle/>
          <a:p>
            <a:pPr marL="0" lvl="0" indent="0" algn="ctr" rtl="0">
              <a:lnSpc>
                <a:spcPct val="50781"/>
              </a:lnSpc>
              <a:spcBef>
                <a:spcPts val="0"/>
              </a:spcBef>
              <a:spcAft>
                <a:spcPts val="0"/>
              </a:spcAft>
              <a:buClr>
                <a:schemeClr val="accent6"/>
              </a:buClr>
              <a:buSzPts val="9600"/>
              <a:buFont typeface="Arial Black"/>
              <a:buNone/>
            </a:pPr>
            <a:r>
              <a:rPr lang="en-US" sz="9600"/>
              <a:t>THANK</a:t>
            </a:r>
            <a:br>
              <a:rPr lang="en-US" sz="9600"/>
            </a:br>
            <a:br>
              <a:rPr lang="en-US" sz="9600"/>
            </a:br>
            <a:r>
              <a:rPr lang="en-US" sz="9600"/>
              <a:t> YOU</a:t>
            </a:r>
            <a:endParaRPr/>
          </a:p>
        </p:txBody>
      </p:sp>
    </p:spTree>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1214</TotalTime>
  <Words>848</Words>
  <Application>Microsoft Office PowerPoint</Application>
  <PresentationFormat>Widescreen</PresentationFormat>
  <Paragraphs>87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-apple-system</vt:lpstr>
      <vt:lpstr>Arial</vt:lpstr>
      <vt:lpstr>Arial Black</vt:lpstr>
      <vt:lpstr>Calibri</vt:lpstr>
      <vt:lpstr>EB Garamond</vt:lpstr>
      <vt:lpstr>Noto Sans Symbols</vt:lpstr>
      <vt:lpstr>Custom</vt:lpstr>
      <vt:lpstr>SORTING VISUALIZER</vt:lpstr>
      <vt:lpstr>TABLE OF CONTENT</vt:lpstr>
      <vt:lpstr>INTRODUCTION</vt:lpstr>
      <vt:lpstr>II. METHODOLOGY</vt:lpstr>
      <vt:lpstr>III. PROPOSED WORK</vt:lpstr>
      <vt:lpstr>PowerPoint Presentation</vt:lpstr>
      <vt:lpstr>IV. PROJECT MODULES DESCRIPTION            Size of the Array:-   Speed of the array:-   </vt:lpstr>
      <vt:lpstr>PowerPoint Presentation</vt:lpstr>
      <vt:lpstr>V. TECHNOLOGY USED</vt:lpstr>
      <vt:lpstr>VI. CONCLUSION</vt:lpstr>
      <vt:lpstr>VII. 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 VISUALIZER</dc:title>
  <dc:creator>GARV VERMA</dc:creator>
  <cp:lastModifiedBy>Shagun Chauhan</cp:lastModifiedBy>
  <cp:revision>6</cp:revision>
  <dcterms:modified xsi:type="dcterms:W3CDTF">2023-12-15T06:49:53Z</dcterms:modified>
</cp:coreProperties>
</file>